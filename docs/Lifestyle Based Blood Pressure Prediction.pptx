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92" r:id="rId6"/>
    <p:sldId id="266" r:id="rId7"/>
    <p:sldId id="295" r:id="rId8"/>
    <p:sldId id="293" r:id="rId9"/>
    <p:sldId id="301" r:id="rId10"/>
    <p:sldId id="302" r:id="rId11"/>
    <p:sldId id="300" r:id="rId12"/>
    <p:sldId id="297" r:id="rId13"/>
    <p:sldId id="264" r:id="rId14"/>
    <p:sldId id="289" r:id="rId15"/>
    <p:sldId id="298" r:id="rId16"/>
    <p:sldId id="299" r:id="rId17"/>
    <p:sldId id="296" r:id="rId18"/>
    <p:sldId id="29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33E885-3992-4CA8-B971-E2BD91AF4F8D}" v="16" dt="2025-11-13T18:04:56.293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dc.gov/nchs/nhanes/" TargetMode="Externa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dc.gov/nchs/nhanes/" TargetMode="External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74935A-E149-4CE8-B13D-08D0ED09E9A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F3B4E0-53A4-4553-9330-388174945495}">
      <dgm:prSet custT="1"/>
      <dgm:spPr/>
      <dgm:t>
        <a:bodyPr/>
        <a:lstStyle/>
        <a:p>
          <a:pPr algn="ctr"/>
          <a:r>
            <a:rPr lang="en-US" sz="2400"/>
            <a:t>NHANES survey cycles covering </a:t>
          </a:r>
        </a:p>
        <a:p>
          <a:pPr algn="ctr"/>
          <a:r>
            <a:rPr lang="en-US" sz="2400" b="1"/>
            <a:t>August 2021 – August 2023</a:t>
          </a:r>
          <a:br>
            <a:rPr lang="en-US" sz="2400"/>
          </a:br>
          <a:r>
            <a:rPr lang="en-US" sz="2400"/>
            <a:t>(publicly available at </a:t>
          </a:r>
          <a:r>
            <a:rPr lang="en-US" sz="2400" u="sng">
              <a:hlinkClick xmlns:r="http://schemas.openxmlformats.org/officeDocument/2006/relationships" r:id="rId1"/>
            </a:rPr>
            <a:t>https://www.cdc.gov/nchs/nhanes/</a:t>
          </a:r>
          <a:r>
            <a:rPr lang="en-US" sz="2400"/>
            <a:t>)</a:t>
          </a:r>
          <a:endParaRPr lang="en-US" sz="2400" dirty="0"/>
        </a:p>
      </dgm:t>
    </dgm:pt>
    <dgm:pt modelId="{9698C226-0BCD-4F9E-BA74-6DBFE8D46C2C}" type="parTrans" cxnId="{596B4C13-C0A3-448E-819B-667B2062E459}">
      <dgm:prSet/>
      <dgm:spPr/>
      <dgm:t>
        <a:bodyPr/>
        <a:lstStyle/>
        <a:p>
          <a:endParaRPr lang="en-US"/>
        </a:p>
      </dgm:t>
    </dgm:pt>
    <dgm:pt modelId="{44752FDC-B428-4667-95B7-8BC3E561EA4F}" type="sibTrans" cxnId="{596B4C13-C0A3-448E-819B-667B2062E45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2FB4B8A-024E-4E4A-919A-F3D050340802}">
      <dgm:prSet/>
      <dgm:spPr/>
      <dgm:t>
        <a:bodyPr/>
        <a:lstStyle/>
        <a:p>
          <a:endParaRPr lang="en-US" dirty="0"/>
        </a:p>
      </dgm:t>
    </dgm:pt>
    <dgm:pt modelId="{328CC543-E8FA-4358-AEBC-616A0C17474E}" type="parTrans" cxnId="{3548A3CF-C28D-46DF-AC41-8BCB6E3F924B}">
      <dgm:prSet/>
      <dgm:spPr/>
      <dgm:t>
        <a:bodyPr/>
        <a:lstStyle/>
        <a:p>
          <a:endParaRPr lang="en-US"/>
        </a:p>
      </dgm:t>
    </dgm:pt>
    <dgm:pt modelId="{2EFB058D-C7E6-4C01-99D5-613C2346CFA9}" type="sibTrans" cxnId="{3548A3CF-C28D-46DF-AC41-8BCB6E3F924B}">
      <dgm:prSet phldrT="2" phldr="0"/>
      <dgm:spPr/>
      <dgm:t>
        <a:bodyPr/>
        <a:lstStyle/>
        <a:p>
          <a:r>
            <a:rPr lang="en-US"/>
            <a:t>2</a:t>
          </a:r>
          <a:endParaRPr lang="en-US" dirty="0"/>
        </a:p>
      </dgm:t>
    </dgm:pt>
    <dgm:pt modelId="{2C247209-05B5-4890-90B8-59984B9C321F}" type="pres">
      <dgm:prSet presAssocID="{9A74935A-E149-4CE8-B13D-08D0ED09E9AD}" presName="Name0" presStyleCnt="0">
        <dgm:presLayoutVars>
          <dgm:animLvl val="lvl"/>
          <dgm:resizeHandles val="exact"/>
        </dgm:presLayoutVars>
      </dgm:prSet>
      <dgm:spPr/>
    </dgm:pt>
    <dgm:pt modelId="{43FB9655-31FA-4180-A304-5658D106ABC2}" type="pres">
      <dgm:prSet presAssocID="{83F3B4E0-53A4-4553-9330-388174945495}" presName="compositeNode" presStyleCnt="0">
        <dgm:presLayoutVars>
          <dgm:bulletEnabled val="1"/>
        </dgm:presLayoutVars>
      </dgm:prSet>
      <dgm:spPr/>
    </dgm:pt>
    <dgm:pt modelId="{D312E19E-7758-4D7B-BE3D-1EF59B2544CC}" type="pres">
      <dgm:prSet presAssocID="{83F3B4E0-53A4-4553-9330-388174945495}" presName="bgRect" presStyleLbl="bgAccFollowNode1" presStyleIdx="0" presStyleCnt="2"/>
      <dgm:spPr/>
    </dgm:pt>
    <dgm:pt modelId="{AC9E5762-E338-49D3-A52B-C0B049A8E3A1}" type="pres">
      <dgm:prSet presAssocID="{44752FDC-B428-4667-95B7-8BC3E561EA4F}" presName="sibTransNodeCircle" presStyleLbl="alignNode1" presStyleIdx="0" presStyleCnt="4" custLinFactNeighborX="-14270" custLinFactNeighborY="-22667">
        <dgm:presLayoutVars>
          <dgm:chMax val="0"/>
          <dgm:bulletEnabled/>
        </dgm:presLayoutVars>
      </dgm:prSet>
      <dgm:spPr/>
    </dgm:pt>
    <dgm:pt modelId="{F71F5B2E-761E-44FA-8029-2370BAA8143A}" type="pres">
      <dgm:prSet presAssocID="{83F3B4E0-53A4-4553-9330-388174945495}" presName="bottomLine" presStyleLbl="alignNode1" presStyleIdx="1" presStyleCnt="4">
        <dgm:presLayoutVars/>
      </dgm:prSet>
      <dgm:spPr/>
    </dgm:pt>
    <dgm:pt modelId="{4F89180F-C520-4FC0-99CF-D5BA5FEF63E7}" type="pres">
      <dgm:prSet presAssocID="{83F3B4E0-53A4-4553-9330-388174945495}" presName="nodeText" presStyleLbl="bgAccFollowNode1" presStyleIdx="0" presStyleCnt="2">
        <dgm:presLayoutVars>
          <dgm:bulletEnabled val="1"/>
        </dgm:presLayoutVars>
      </dgm:prSet>
      <dgm:spPr/>
    </dgm:pt>
    <dgm:pt modelId="{4E580B7A-0760-4605-9BB7-D70E814F8C0D}" type="pres">
      <dgm:prSet presAssocID="{44752FDC-B428-4667-95B7-8BC3E561EA4F}" presName="sibTrans" presStyleCnt="0"/>
      <dgm:spPr/>
    </dgm:pt>
    <dgm:pt modelId="{D9C3275F-5FE3-44D1-837B-4E9F9B6BDD33}" type="pres">
      <dgm:prSet presAssocID="{32FB4B8A-024E-4E4A-919A-F3D050340802}" presName="compositeNode" presStyleCnt="0">
        <dgm:presLayoutVars>
          <dgm:bulletEnabled val="1"/>
        </dgm:presLayoutVars>
      </dgm:prSet>
      <dgm:spPr/>
    </dgm:pt>
    <dgm:pt modelId="{17B8CFDA-A1B7-48A3-B6D6-3E0D51ACC03E}" type="pres">
      <dgm:prSet presAssocID="{32FB4B8A-024E-4E4A-919A-F3D050340802}" presName="bgRect" presStyleLbl="bgAccFollowNode1" presStyleIdx="1" presStyleCnt="2"/>
      <dgm:spPr/>
    </dgm:pt>
    <dgm:pt modelId="{DBC30E36-3468-4A0B-B320-FC5131EA9B16}" type="pres">
      <dgm:prSet presAssocID="{2EFB058D-C7E6-4C01-99D5-613C2346CFA9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C43B346E-DC93-45CD-A9FA-68A5107AB263}" type="pres">
      <dgm:prSet presAssocID="{32FB4B8A-024E-4E4A-919A-F3D050340802}" presName="bottomLine" presStyleLbl="alignNode1" presStyleIdx="3" presStyleCnt="4">
        <dgm:presLayoutVars/>
      </dgm:prSet>
      <dgm:spPr/>
    </dgm:pt>
    <dgm:pt modelId="{8198D3C9-1B20-438A-9867-3989C724D3D4}" type="pres">
      <dgm:prSet presAssocID="{32FB4B8A-024E-4E4A-919A-F3D050340802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596B4C13-C0A3-448E-819B-667B2062E459}" srcId="{9A74935A-E149-4CE8-B13D-08D0ED09E9AD}" destId="{83F3B4E0-53A4-4553-9330-388174945495}" srcOrd="0" destOrd="0" parTransId="{9698C226-0BCD-4F9E-BA74-6DBFE8D46C2C}" sibTransId="{44752FDC-B428-4667-95B7-8BC3E561EA4F}"/>
    <dgm:cxn modelId="{4E562B5D-0202-4079-A084-77B30E243634}" type="presOf" srcId="{83F3B4E0-53A4-4553-9330-388174945495}" destId="{D312E19E-7758-4D7B-BE3D-1EF59B2544CC}" srcOrd="0" destOrd="0" presId="urn:microsoft.com/office/officeart/2016/7/layout/BasicLinearProcessNumbered"/>
    <dgm:cxn modelId="{2AFF5D75-4DBF-469C-8442-A790F8D389B0}" type="presOf" srcId="{83F3B4E0-53A4-4553-9330-388174945495}" destId="{4F89180F-C520-4FC0-99CF-D5BA5FEF63E7}" srcOrd="1" destOrd="0" presId="urn:microsoft.com/office/officeart/2016/7/layout/BasicLinearProcessNumbered"/>
    <dgm:cxn modelId="{A2815F81-94F8-4DE8-A173-074C35355E85}" type="presOf" srcId="{44752FDC-B428-4667-95B7-8BC3E561EA4F}" destId="{AC9E5762-E338-49D3-A52B-C0B049A8E3A1}" srcOrd="0" destOrd="0" presId="urn:microsoft.com/office/officeart/2016/7/layout/BasicLinearProcessNumbered"/>
    <dgm:cxn modelId="{DE56219C-B263-4585-9CAE-5FF3AAB2C51C}" type="presOf" srcId="{32FB4B8A-024E-4E4A-919A-F3D050340802}" destId="{8198D3C9-1B20-438A-9867-3989C724D3D4}" srcOrd="1" destOrd="0" presId="urn:microsoft.com/office/officeart/2016/7/layout/BasicLinearProcessNumbered"/>
    <dgm:cxn modelId="{3548A3CF-C28D-46DF-AC41-8BCB6E3F924B}" srcId="{9A74935A-E149-4CE8-B13D-08D0ED09E9AD}" destId="{32FB4B8A-024E-4E4A-919A-F3D050340802}" srcOrd="1" destOrd="0" parTransId="{328CC543-E8FA-4358-AEBC-616A0C17474E}" sibTransId="{2EFB058D-C7E6-4C01-99D5-613C2346CFA9}"/>
    <dgm:cxn modelId="{500E75D6-AC90-4F25-A309-C0C9C684FF55}" type="presOf" srcId="{2EFB058D-C7E6-4C01-99D5-613C2346CFA9}" destId="{DBC30E36-3468-4A0B-B320-FC5131EA9B16}" srcOrd="0" destOrd="0" presId="urn:microsoft.com/office/officeart/2016/7/layout/BasicLinearProcessNumbered"/>
    <dgm:cxn modelId="{AC185FEC-B09B-4055-8FBE-4A7D9DE8A804}" type="presOf" srcId="{32FB4B8A-024E-4E4A-919A-F3D050340802}" destId="{17B8CFDA-A1B7-48A3-B6D6-3E0D51ACC03E}" srcOrd="0" destOrd="0" presId="urn:microsoft.com/office/officeart/2016/7/layout/BasicLinearProcessNumbered"/>
    <dgm:cxn modelId="{CBB2A2EE-1E2D-4947-A53F-88B890BBA3CB}" type="presOf" srcId="{9A74935A-E149-4CE8-B13D-08D0ED09E9AD}" destId="{2C247209-05B5-4890-90B8-59984B9C321F}" srcOrd="0" destOrd="0" presId="urn:microsoft.com/office/officeart/2016/7/layout/BasicLinearProcessNumbered"/>
    <dgm:cxn modelId="{EEB75FE3-4207-42B4-AD3E-7107BBDA5AAD}" type="presParOf" srcId="{2C247209-05B5-4890-90B8-59984B9C321F}" destId="{43FB9655-31FA-4180-A304-5658D106ABC2}" srcOrd="0" destOrd="0" presId="urn:microsoft.com/office/officeart/2016/7/layout/BasicLinearProcessNumbered"/>
    <dgm:cxn modelId="{74808C20-CAFD-42AB-B222-FFBAA98E7359}" type="presParOf" srcId="{43FB9655-31FA-4180-A304-5658D106ABC2}" destId="{D312E19E-7758-4D7B-BE3D-1EF59B2544CC}" srcOrd="0" destOrd="0" presId="urn:microsoft.com/office/officeart/2016/7/layout/BasicLinearProcessNumbered"/>
    <dgm:cxn modelId="{634F325E-198B-41A1-9B49-4D1965E29F69}" type="presParOf" srcId="{43FB9655-31FA-4180-A304-5658D106ABC2}" destId="{AC9E5762-E338-49D3-A52B-C0B049A8E3A1}" srcOrd="1" destOrd="0" presId="urn:microsoft.com/office/officeart/2016/7/layout/BasicLinearProcessNumbered"/>
    <dgm:cxn modelId="{A8B89EE3-BD9E-4531-9D5F-8EA1AF87424A}" type="presParOf" srcId="{43FB9655-31FA-4180-A304-5658D106ABC2}" destId="{F71F5B2E-761E-44FA-8029-2370BAA8143A}" srcOrd="2" destOrd="0" presId="urn:microsoft.com/office/officeart/2016/7/layout/BasicLinearProcessNumbered"/>
    <dgm:cxn modelId="{7430B500-0FAC-4B88-80BD-B0CE80695DE6}" type="presParOf" srcId="{43FB9655-31FA-4180-A304-5658D106ABC2}" destId="{4F89180F-C520-4FC0-99CF-D5BA5FEF63E7}" srcOrd="3" destOrd="0" presId="urn:microsoft.com/office/officeart/2016/7/layout/BasicLinearProcessNumbered"/>
    <dgm:cxn modelId="{046A40EC-773A-4B57-A7AE-AAC2A894C3A2}" type="presParOf" srcId="{2C247209-05B5-4890-90B8-59984B9C321F}" destId="{4E580B7A-0760-4605-9BB7-D70E814F8C0D}" srcOrd="1" destOrd="0" presId="urn:microsoft.com/office/officeart/2016/7/layout/BasicLinearProcessNumbered"/>
    <dgm:cxn modelId="{6374FA3D-C29E-4264-86B0-092BFB21BEA2}" type="presParOf" srcId="{2C247209-05B5-4890-90B8-59984B9C321F}" destId="{D9C3275F-5FE3-44D1-837B-4E9F9B6BDD33}" srcOrd="2" destOrd="0" presId="urn:microsoft.com/office/officeart/2016/7/layout/BasicLinearProcessNumbered"/>
    <dgm:cxn modelId="{DFE4687B-D44D-4BE4-B64F-E31A0CE6CA70}" type="presParOf" srcId="{D9C3275F-5FE3-44D1-837B-4E9F9B6BDD33}" destId="{17B8CFDA-A1B7-48A3-B6D6-3E0D51ACC03E}" srcOrd="0" destOrd="0" presId="urn:microsoft.com/office/officeart/2016/7/layout/BasicLinearProcessNumbered"/>
    <dgm:cxn modelId="{2144F5DD-C934-4D53-8288-BC3665FAC178}" type="presParOf" srcId="{D9C3275F-5FE3-44D1-837B-4E9F9B6BDD33}" destId="{DBC30E36-3468-4A0B-B320-FC5131EA9B16}" srcOrd="1" destOrd="0" presId="urn:microsoft.com/office/officeart/2016/7/layout/BasicLinearProcessNumbered"/>
    <dgm:cxn modelId="{C40A8803-4E39-429A-850A-7DDC0041D7A7}" type="presParOf" srcId="{D9C3275F-5FE3-44D1-837B-4E9F9B6BDD33}" destId="{C43B346E-DC93-45CD-A9FA-68A5107AB263}" srcOrd="2" destOrd="0" presId="urn:microsoft.com/office/officeart/2016/7/layout/BasicLinearProcessNumbered"/>
    <dgm:cxn modelId="{3FCB57DD-7F61-4557-A3C3-FEEC7314DA31}" type="presParOf" srcId="{D9C3275F-5FE3-44D1-837B-4E9F9B6BDD33}" destId="{8198D3C9-1B20-438A-9867-3989C724D3D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0A3E1A-00AA-459F-B142-730668DFA80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869BDA-1ECE-485B-9C32-A6474E48FD89}">
      <dgm:prSet/>
      <dgm:spPr/>
      <dgm:t>
        <a:bodyPr/>
        <a:lstStyle/>
        <a:p>
          <a:r>
            <a:rPr lang="en-US" dirty="0"/>
            <a:t>• Data preprocessing:</a:t>
          </a:r>
        </a:p>
      </dgm:t>
    </dgm:pt>
    <dgm:pt modelId="{325B0A07-6265-49EB-94FB-EDA4045A533C}" type="parTrans" cxnId="{78BE3491-8674-4831-B978-07F6C71CCFD9}">
      <dgm:prSet/>
      <dgm:spPr/>
      <dgm:t>
        <a:bodyPr/>
        <a:lstStyle/>
        <a:p>
          <a:endParaRPr lang="en-US"/>
        </a:p>
      </dgm:t>
    </dgm:pt>
    <dgm:pt modelId="{7C460135-166B-479F-87F1-8504D03ABBD1}" type="sibTrans" cxnId="{78BE3491-8674-4831-B978-07F6C71CCFD9}">
      <dgm:prSet/>
      <dgm:spPr/>
      <dgm:t>
        <a:bodyPr/>
        <a:lstStyle/>
        <a:p>
          <a:endParaRPr lang="en-US"/>
        </a:p>
      </dgm:t>
    </dgm:pt>
    <dgm:pt modelId="{2102A56A-BAA4-4FEB-A1C6-D341EC38CC96}">
      <dgm:prSet/>
      <dgm:spPr/>
      <dgm:t>
        <a:bodyPr/>
        <a:lstStyle/>
        <a:p>
          <a:r>
            <a:rPr lang="en-US"/>
            <a:t>- Handling categorical variables (OneHotEncoding)</a:t>
          </a:r>
        </a:p>
      </dgm:t>
    </dgm:pt>
    <dgm:pt modelId="{30186224-0006-48B0-9E80-49ABEA1ADA4C}" type="parTrans" cxnId="{BB80064D-6BA1-4378-8AA7-6B79F4B4EE20}">
      <dgm:prSet/>
      <dgm:spPr/>
      <dgm:t>
        <a:bodyPr/>
        <a:lstStyle/>
        <a:p>
          <a:endParaRPr lang="en-US"/>
        </a:p>
      </dgm:t>
    </dgm:pt>
    <dgm:pt modelId="{63A77752-0058-43BC-A7C1-F65F23793313}" type="sibTrans" cxnId="{BB80064D-6BA1-4378-8AA7-6B79F4B4EE20}">
      <dgm:prSet/>
      <dgm:spPr/>
      <dgm:t>
        <a:bodyPr/>
        <a:lstStyle/>
        <a:p>
          <a:endParaRPr lang="en-US"/>
        </a:p>
      </dgm:t>
    </dgm:pt>
    <dgm:pt modelId="{574E342C-200F-4E04-A4A3-2E89FA69C28A}">
      <dgm:prSet/>
      <dgm:spPr/>
      <dgm:t>
        <a:bodyPr/>
        <a:lstStyle/>
        <a:p>
          <a:r>
            <a:rPr lang="en-US"/>
            <a:t>- Scaling numeric features</a:t>
          </a:r>
        </a:p>
      </dgm:t>
    </dgm:pt>
    <dgm:pt modelId="{A3018487-D6E1-4BEB-8DCE-12B516B269F5}" type="parTrans" cxnId="{2CD5CADB-D2CD-49EA-859C-7C17AF057E71}">
      <dgm:prSet/>
      <dgm:spPr/>
      <dgm:t>
        <a:bodyPr/>
        <a:lstStyle/>
        <a:p>
          <a:endParaRPr lang="en-US"/>
        </a:p>
      </dgm:t>
    </dgm:pt>
    <dgm:pt modelId="{BFAFA3DC-484A-4245-AEC5-282E8961231F}" type="sibTrans" cxnId="{2CD5CADB-D2CD-49EA-859C-7C17AF057E71}">
      <dgm:prSet/>
      <dgm:spPr/>
      <dgm:t>
        <a:bodyPr/>
        <a:lstStyle/>
        <a:p>
          <a:endParaRPr lang="en-US"/>
        </a:p>
      </dgm:t>
    </dgm:pt>
    <dgm:pt modelId="{8D7E9244-9A47-4DAD-A5B6-004E43D490AD}">
      <dgm:prSet/>
      <dgm:spPr/>
      <dgm:t>
        <a:bodyPr/>
        <a:lstStyle/>
        <a:p>
          <a:r>
            <a:rPr lang="en-US" dirty="0"/>
            <a:t>- Train-test split (80/20)</a:t>
          </a:r>
        </a:p>
      </dgm:t>
    </dgm:pt>
    <dgm:pt modelId="{862E43A4-FDE8-4A77-A996-50ACDF773F24}" type="parTrans" cxnId="{C0E24134-AEB3-4108-B7B8-FD85EFF799E6}">
      <dgm:prSet/>
      <dgm:spPr/>
      <dgm:t>
        <a:bodyPr/>
        <a:lstStyle/>
        <a:p>
          <a:endParaRPr lang="en-US"/>
        </a:p>
      </dgm:t>
    </dgm:pt>
    <dgm:pt modelId="{0EBE31BE-65D8-4229-9D94-FF607DE5EBDC}" type="sibTrans" cxnId="{C0E24134-AEB3-4108-B7B8-FD85EFF799E6}">
      <dgm:prSet/>
      <dgm:spPr/>
      <dgm:t>
        <a:bodyPr/>
        <a:lstStyle/>
        <a:p>
          <a:endParaRPr lang="en-US"/>
        </a:p>
      </dgm:t>
    </dgm:pt>
    <dgm:pt modelId="{3D0E07C6-B304-4E54-B42A-A35FAF376C67}">
      <dgm:prSet/>
      <dgm:spPr/>
      <dgm:t>
        <a:bodyPr/>
        <a:lstStyle/>
        <a:p>
          <a:r>
            <a:rPr lang="en-US"/>
            <a:t>• Models evaluated:</a:t>
          </a:r>
        </a:p>
      </dgm:t>
    </dgm:pt>
    <dgm:pt modelId="{5CC61D64-10FC-493D-985E-DBF3599FC14E}" type="parTrans" cxnId="{8640E2E1-1A32-4D6D-9164-2388B4BBE137}">
      <dgm:prSet/>
      <dgm:spPr/>
      <dgm:t>
        <a:bodyPr/>
        <a:lstStyle/>
        <a:p>
          <a:endParaRPr lang="en-US"/>
        </a:p>
      </dgm:t>
    </dgm:pt>
    <dgm:pt modelId="{61C99D18-E6C0-4EF1-A253-1A11B6703354}" type="sibTrans" cxnId="{8640E2E1-1A32-4D6D-9164-2388B4BBE137}">
      <dgm:prSet/>
      <dgm:spPr/>
      <dgm:t>
        <a:bodyPr/>
        <a:lstStyle/>
        <a:p>
          <a:endParaRPr lang="en-US"/>
        </a:p>
      </dgm:t>
    </dgm:pt>
    <dgm:pt modelId="{59469F62-A145-4A47-BBFF-3ED8E98F6EF2}">
      <dgm:prSet/>
      <dgm:spPr/>
      <dgm:t>
        <a:bodyPr/>
        <a:lstStyle/>
        <a:p>
          <a:r>
            <a:rPr lang="en-US"/>
            <a:t>- ElasticNet</a:t>
          </a:r>
        </a:p>
      </dgm:t>
    </dgm:pt>
    <dgm:pt modelId="{E8BD6FFF-1338-4DA8-8B6D-478AA55CCDB9}" type="parTrans" cxnId="{9E90CB52-E9EF-4AC3-9F33-62D1A3A912BC}">
      <dgm:prSet/>
      <dgm:spPr/>
      <dgm:t>
        <a:bodyPr/>
        <a:lstStyle/>
        <a:p>
          <a:endParaRPr lang="en-US"/>
        </a:p>
      </dgm:t>
    </dgm:pt>
    <dgm:pt modelId="{076A8B12-63AA-4800-B125-F0548B2F2BB5}" type="sibTrans" cxnId="{9E90CB52-E9EF-4AC3-9F33-62D1A3A912BC}">
      <dgm:prSet/>
      <dgm:spPr/>
      <dgm:t>
        <a:bodyPr/>
        <a:lstStyle/>
        <a:p>
          <a:endParaRPr lang="en-US"/>
        </a:p>
      </dgm:t>
    </dgm:pt>
    <dgm:pt modelId="{D6D37949-D4E4-43C7-8A70-B575A8D2CCB1}">
      <dgm:prSet/>
      <dgm:spPr/>
      <dgm:t>
        <a:bodyPr/>
        <a:lstStyle/>
        <a:p>
          <a:r>
            <a:rPr lang="en-US"/>
            <a:t>- Random Forest</a:t>
          </a:r>
        </a:p>
      </dgm:t>
    </dgm:pt>
    <dgm:pt modelId="{E77F6BF4-0C40-4975-9F87-C0545C171587}" type="parTrans" cxnId="{9FD50D14-7DB3-4064-AA6C-175D2ECEC44C}">
      <dgm:prSet/>
      <dgm:spPr/>
      <dgm:t>
        <a:bodyPr/>
        <a:lstStyle/>
        <a:p>
          <a:endParaRPr lang="en-US"/>
        </a:p>
      </dgm:t>
    </dgm:pt>
    <dgm:pt modelId="{B745B302-143A-4946-8BE2-2B0DDB23BC6F}" type="sibTrans" cxnId="{9FD50D14-7DB3-4064-AA6C-175D2ECEC44C}">
      <dgm:prSet/>
      <dgm:spPr/>
      <dgm:t>
        <a:bodyPr/>
        <a:lstStyle/>
        <a:p>
          <a:endParaRPr lang="en-US"/>
        </a:p>
      </dgm:t>
    </dgm:pt>
    <dgm:pt modelId="{94A99627-39BC-4B44-92B6-57CAAEAEE13E}">
      <dgm:prSet/>
      <dgm:spPr/>
      <dgm:t>
        <a:bodyPr/>
        <a:lstStyle/>
        <a:p>
          <a:r>
            <a:rPr lang="en-US"/>
            <a:t>- Gradient Boosting</a:t>
          </a:r>
        </a:p>
      </dgm:t>
    </dgm:pt>
    <dgm:pt modelId="{3D94377F-302B-4B6B-B54E-76DA76B1ECBF}" type="parTrans" cxnId="{C657233D-4044-4AFB-A8D1-4EB76C7C6779}">
      <dgm:prSet/>
      <dgm:spPr/>
      <dgm:t>
        <a:bodyPr/>
        <a:lstStyle/>
        <a:p>
          <a:endParaRPr lang="en-US"/>
        </a:p>
      </dgm:t>
    </dgm:pt>
    <dgm:pt modelId="{9104AA2D-4CAB-4AA9-8C83-CEBBDABAE2CA}" type="sibTrans" cxnId="{C657233D-4044-4AFB-A8D1-4EB76C7C6779}">
      <dgm:prSet/>
      <dgm:spPr/>
      <dgm:t>
        <a:bodyPr/>
        <a:lstStyle/>
        <a:p>
          <a:endParaRPr lang="en-US"/>
        </a:p>
      </dgm:t>
    </dgm:pt>
    <dgm:pt modelId="{B98B3FF5-9A1E-416A-B5D6-1D6B1ECE9428}">
      <dgm:prSet/>
      <dgm:spPr/>
      <dgm:t>
        <a:bodyPr/>
        <a:lstStyle/>
        <a:p>
          <a:r>
            <a:rPr lang="en-US"/>
            <a:t>• Evaluation metrics:</a:t>
          </a:r>
        </a:p>
      </dgm:t>
    </dgm:pt>
    <dgm:pt modelId="{5D8851E2-6BF3-4933-97EE-CA45CB4B7047}" type="parTrans" cxnId="{77EA7468-81E7-4F45-83E4-D7D4C6005CA2}">
      <dgm:prSet/>
      <dgm:spPr/>
      <dgm:t>
        <a:bodyPr/>
        <a:lstStyle/>
        <a:p>
          <a:endParaRPr lang="en-US"/>
        </a:p>
      </dgm:t>
    </dgm:pt>
    <dgm:pt modelId="{9DC5AD07-7DEC-45CE-ADF4-7CB215701717}" type="sibTrans" cxnId="{77EA7468-81E7-4F45-83E4-D7D4C6005CA2}">
      <dgm:prSet/>
      <dgm:spPr/>
      <dgm:t>
        <a:bodyPr/>
        <a:lstStyle/>
        <a:p>
          <a:endParaRPr lang="en-US"/>
        </a:p>
      </dgm:t>
    </dgm:pt>
    <dgm:pt modelId="{3880A5A7-217A-48D3-B7B5-32079728706F}">
      <dgm:prSet/>
      <dgm:spPr/>
      <dgm:t>
        <a:bodyPr/>
        <a:lstStyle/>
        <a:p>
          <a:r>
            <a:rPr lang="en-US"/>
            <a:t>- MAE, RMSE, R²</a:t>
          </a:r>
        </a:p>
      </dgm:t>
    </dgm:pt>
    <dgm:pt modelId="{54D426AB-23CB-4E27-BB9E-A194093CE425}" type="parTrans" cxnId="{0A86050A-95BF-4A25-BD49-BD5439A513DA}">
      <dgm:prSet/>
      <dgm:spPr/>
      <dgm:t>
        <a:bodyPr/>
        <a:lstStyle/>
        <a:p>
          <a:endParaRPr lang="en-US"/>
        </a:p>
      </dgm:t>
    </dgm:pt>
    <dgm:pt modelId="{C8ABCA18-9277-4D8E-98BC-45264979BF94}" type="sibTrans" cxnId="{0A86050A-95BF-4A25-BD49-BD5439A513DA}">
      <dgm:prSet/>
      <dgm:spPr/>
      <dgm:t>
        <a:bodyPr/>
        <a:lstStyle/>
        <a:p>
          <a:endParaRPr lang="en-US"/>
        </a:p>
      </dgm:t>
    </dgm:pt>
    <dgm:pt modelId="{116BC2E9-C6D5-4EAE-B43E-EC888C3A9B19}" type="pres">
      <dgm:prSet presAssocID="{800A3E1A-00AA-459F-B142-730668DFA808}" presName="Name0" presStyleCnt="0">
        <dgm:presLayoutVars>
          <dgm:dir/>
          <dgm:resizeHandles val="exact"/>
        </dgm:presLayoutVars>
      </dgm:prSet>
      <dgm:spPr/>
    </dgm:pt>
    <dgm:pt modelId="{AD046FE1-AC3C-4EC7-8A99-8C037DDCF47D}" type="pres">
      <dgm:prSet presAssocID="{22869BDA-1ECE-485B-9C32-A6474E48FD89}" presName="node" presStyleLbl="node1" presStyleIdx="0" presStyleCnt="10">
        <dgm:presLayoutVars>
          <dgm:bulletEnabled val="1"/>
        </dgm:presLayoutVars>
      </dgm:prSet>
      <dgm:spPr/>
    </dgm:pt>
    <dgm:pt modelId="{126257D2-27D8-49C9-B8B5-CD6B6F21B2C3}" type="pres">
      <dgm:prSet presAssocID="{7C460135-166B-479F-87F1-8504D03ABBD1}" presName="sibTrans" presStyleLbl="sibTrans1D1" presStyleIdx="0" presStyleCnt="9"/>
      <dgm:spPr/>
    </dgm:pt>
    <dgm:pt modelId="{BE467B91-6AA2-4626-800E-7904839C69D3}" type="pres">
      <dgm:prSet presAssocID="{7C460135-166B-479F-87F1-8504D03ABBD1}" presName="connectorText" presStyleLbl="sibTrans1D1" presStyleIdx="0" presStyleCnt="9"/>
      <dgm:spPr/>
    </dgm:pt>
    <dgm:pt modelId="{BEB8B745-717F-4979-A8D7-077D9A11C281}" type="pres">
      <dgm:prSet presAssocID="{2102A56A-BAA4-4FEB-A1C6-D341EC38CC96}" presName="node" presStyleLbl="node1" presStyleIdx="1" presStyleCnt="10">
        <dgm:presLayoutVars>
          <dgm:bulletEnabled val="1"/>
        </dgm:presLayoutVars>
      </dgm:prSet>
      <dgm:spPr/>
    </dgm:pt>
    <dgm:pt modelId="{F2F4C80D-637C-4BCE-82BC-7F89233F875C}" type="pres">
      <dgm:prSet presAssocID="{63A77752-0058-43BC-A7C1-F65F23793313}" presName="sibTrans" presStyleLbl="sibTrans1D1" presStyleIdx="1" presStyleCnt="9"/>
      <dgm:spPr/>
    </dgm:pt>
    <dgm:pt modelId="{5C946A61-E489-42CA-8500-4805E3F250E5}" type="pres">
      <dgm:prSet presAssocID="{63A77752-0058-43BC-A7C1-F65F23793313}" presName="connectorText" presStyleLbl="sibTrans1D1" presStyleIdx="1" presStyleCnt="9"/>
      <dgm:spPr/>
    </dgm:pt>
    <dgm:pt modelId="{6DDDF34A-8182-464E-BCCE-4986538647E6}" type="pres">
      <dgm:prSet presAssocID="{574E342C-200F-4E04-A4A3-2E89FA69C28A}" presName="node" presStyleLbl="node1" presStyleIdx="2" presStyleCnt="10">
        <dgm:presLayoutVars>
          <dgm:bulletEnabled val="1"/>
        </dgm:presLayoutVars>
      </dgm:prSet>
      <dgm:spPr/>
    </dgm:pt>
    <dgm:pt modelId="{E49D2574-0B00-48A9-B661-20DE4D3977E4}" type="pres">
      <dgm:prSet presAssocID="{BFAFA3DC-484A-4245-AEC5-282E8961231F}" presName="sibTrans" presStyleLbl="sibTrans1D1" presStyleIdx="2" presStyleCnt="9"/>
      <dgm:spPr/>
    </dgm:pt>
    <dgm:pt modelId="{A4C17F3B-04E8-4C9F-97A7-8E33CC86E21A}" type="pres">
      <dgm:prSet presAssocID="{BFAFA3DC-484A-4245-AEC5-282E8961231F}" presName="connectorText" presStyleLbl="sibTrans1D1" presStyleIdx="2" presStyleCnt="9"/>
      <dgm:spPr/>
    </dgm:pt>
    <dgm:pt modelId="{8DC23DD8-7ABB-4A38-813A-D4EAE49ED36C}" type="pres">
      <dgm:prSet presAssocID="{8D7E9244-9A47-4DAD-A5B6-004E43D490AD}" presName="node" presStyleLbl="node1" presStyleIdx="3" presStyleCnt="10">
        <dgm:presLayoutVars>
          <dgm:bulletEnabled val="1"/>
        </dgm:presLayoutVars>
      </dgm:prSet>
      <dgm:spPr/>
    </dgm:pt>
    <dgm:pt modelId="{7BAD55A7-0107-4668-AFFB-B85C0DD35579}" type="pres">
      <dgm:prSet presAssocID="{0EBE31BE-65D8-4229-9D94-FF607DE5EBDC}" presName="sibTrans" presStyleLbl="sibTrans1D1" presStyleIdx="3" presStyleCnt="9"/>
      <dgm:spPr/>
    </dgm:pt>
    <dgm:pt modelId="{42A30654-74B7-4E02-848E-83AD9C8F8685}" type="pres">
      <dgm:prSet presAssocID="{0EBE31BE-65D8-4229-9D94-FF607DE5EBDC}" presName="connectorText" presStyleLbl="sibTrans1D1" presStyleIdx="3" presStyleCnt="9"/>
      <dgm:spPr/>
    </dgm:pt>
    <dgm:pt modelId="{4D62F573-290E-4C95-B48F-9BB2517F0027}" type="pres">
      <dgm:prSet presAssocID="{3D0E07C6-B304-4E54-B42A-A35FAF376C67}" presName="node" presStyleLbl="node1" presStyleIdx="4" presStyleCnt="10">
        <dgm:presLayoutVars>
          <dgm:bulletEnabled val="1"/>
        </dgm:presLayoutVars>
      </dgm:prSet>
      <dgm:spPr/>
    </dgm:pt>
    <dgm:pt modelId="{38E4927F-1E0F-448A-BD61-6FADD0BBE7F1}" type="pres">
      <dgm:prSet presAssocID="{61C99D18-E6C0-4EF1-A253-1A11B6703354}" presName="sibTrans" presStyleLbl="sibTrans1D1" presStyleIdx="4" presStyleCnt="9"/>
      <dgm:spPr/>
    </dgm:pt>
    <dgm:pt modelId="{72E56C9B-F923-4C55-9B5E-8EB616B240B5}" type="pres">
      <dgm:prSet presAssocID="{61C99D18-E6C0-4EF1-A253-1A11B6703354}" presName="connectorText" presStyleLbl="sibTrans1D1" presStyleIdx="4" presStyleCnt="9"/>
      <dgm:spPr/>
    </dgm:pt>
    <dgm:pt modelId="{316EF396-0427-4A16-B58E-2D4579B8FDDC}" type="pres">
      <dgm:prSet presAssocID="{59469F62-A145-4A47-BBFF-3ED8E98F6EF2}" presName="node" presStyleLbl="node1" presStyleIdx="5" presStyleCnt="10">
        <dgm:presLayoutVars>
          <dgm:bulletEnabled val="1"/>
        </dgm:presLayoutVars>
      </dgm:prSet>
      <dgm:spPr/>
    </dgm:pt>
    <dgm:pt modelId="{CC7F3E31-FBEB-4B10-8B5F-52ED1885ADEA}" type="pres">
      <dgm:prSet presAssocID="{076A8B12-63AA-4800-B125-F0548B2F2BB5}" presName="sibTrans" presStyleLbl="sibTrans1D1" presStyleIdx="5" presStyleCnt="9"/>
      <dgm:spPr/>
    </dgm:pt>
    <dgm:pt modelId="{0EEFEABE-21C9-4793-B09F-37430C2ADB80}" type="pres">
      <dgm:prSet presAssocID="{076A8B12-63AA-4800-B125-F0548B2F2BB5}" presName="connectorText" presStyleLbl="sibTrans1D1" presStyleIdx="5" presStyleCnt="9"/>
      <dgm:spPr/>
    </dgm:pt>
    <dgm:pt modelId="{41D60A1A-3D73-43C8-A2A8-697EBB2B75DF}" type="pres">
      <dgm:prSet presAssocID="{D6D37949-D4E4-43C7-8A70-B575A8D2CCB1}" presName="node" presStyleLbl="node1" presStyleIdx="6" presStyleCnt="10">
        <dgm:presLayoutVars>
          <dgm:bulletEnabled val="1"/>
        </dgm:presLayoutVars>
      </dgm:prSet>
      <dgm:spPr/>
    </dgm:pt>
    <dgm:pt modelId="{ED040D81-6DB4-41C4-972E-B85462FE0981}" type="pres">
      <dgm:prSet presAssocID="{B745B302-143A-4946-8BE2-2B0DDB23BC6F}" presName="sibTrans" presStyleLbl="sibTrans1D1" presStyleIdx="6" presStyleCnt="9"/>
      <dgm:spPr/>
    </dgm:pt>
    <dgm:pt modelId="{F6EC43A1-FBCF-4FDA-847B-584FED65267B}" type="pres">
      <dgm:prSet presAssocID="{B745B302-143A-4946-8BE2-2B0DDB23BC6F}" presName="connectorText" presStyleLbl="sibTrans1D1" presStyleIdx="6" presStyleCnt="9"/>
      <dgm:spPr/>
    </dgm:pt>
    <dgm:pt modelId="{4E3F482F-C1BB-4DEC-B087-FBD61FD3E39A}" type="pres">
      <dgm:prSet presAssocID="{94A99627-39BC-4B44-92B6-57CAAEAEE13E}" presName="node" presStyleLbl="node1" presStyleIdx="7" presStyleCnt="10">
        <dgm:presLayoutVars>
          <dgm:bulletEnabled val="1"/>
        </dgm:presLayoutVars>
      </dgm:prSet>
      <dgm:spPr/>
    </dgm:pt>
    <dgm:pt modelId="{15196D50-E989-4F3A-B265-B2BEDC7F7E41}" type="pres">
      <dgm:prSet presAssocID="{9104AA2D-4CAB-4AA9-8C83-CEBBDABAE2CA}" presName="sibTrans" presStyleLbl="sibTrans1D1" presStyleIdx="7" presStyleCnt="9"/>
      <dgm:spPr/>
    </dgm:pt>
    <dgm:pt modelId="{275542A2-2241-407C-9371-B79070F0D42C}" type="pres">
      <dgm:prSet presAssocID="{9104AA2D-4CAB-4AA9-8C83-CEBBDABAE2CA}" presName="connectorText" presStyleLbl="sibTrans1D1" presStyleIdx="7" presStyleCnt="9"/>
      <dgm:spPr/>
    </dgm:pt>
    <dgm:pt modelId="{7BAE3070-ED0B-4C5B-826E-8E67B7EF9229}" type="pres">
      <dgm:prSet presAssocID="{B98B3FF5-9A1E-416A-B5D6-1D6B1ECE9428}" presName="node" presStyleLbl="node1" presStyleIdx="8" presStyleCnt="10">
        <dgm:presLayoutVars>
          <dgm:bulletEnabled val="1"/>
        </dgm:presLayoutVars>
      </dgm:prSet>
      <dgm:spPr/>
    </dgm:pt>
    <dgm:pt modelId="{9A8BADAE-BA75-4CC9-A492-A0D6F0642B0D}" type="pres">
      <dgm:prSet presAssocID="{9DC5AD07-7DEC-45CE-ADF4-7CB215701717}" presName="sibTrans" presStyleLbl="sibTrans1D1" presStyleIdx="8" presStyleCnt="9"/>
      <dgm:spPr/>
    </dgm:pt>
    <dgm:pt modelId="{90A3D976-8A08-40C9-9D79-33DF9BB56EF2}" type="pres">
      <dgm:prSet presAssocID="{9DC5AD07-7DEC-45CE-ADF4-7CB215701717}" presName="connectorText" presStyleLbl="sibTrans1D1" presStyleIdx="8" presStyleCnt="9"/>
      <dgm:spPr/>
    </dgm:pt>
    <dgm:pt modelId="{88A28F40-0450-4149-AAC5-AF37F7A61FD8}" type="pres">
      <dgm:prSet presAssocID="{3880A5A7-217A-48D3-B7B5-32079728706F}" presName="node" presStyleLbl="node1" presStyleIdx="9" presStyleCnt="10">
        <dgm:presLayoutVars>
          <dgm:bulletEnabled val="1"/>
        </dgm:presLayoutVars>
      </dgm:prSet>
      <dgm:spPr/>
    </dgm:pt>
  </dgm:ptLst>
  <dgm:cxnLst>
    <dgm:cxn modelId="{7829A204-788E-49E1-BC5D-D079D5BD532D}" type="presOf" srcId="{D6D37949-D4E4-43C7-8A70-B575A8D2CCB1}" destId="{41D60A1A-3D73-43C8-A2A8-697EBB2B75DF}" srcOrd="0" destOrd="0" presId="urn:microsoft.com/office/officeart/2016/7/layout/RepeatingBendingProcessNew"/>
    <dgm:cxn modelId="{DF9DF106-D98D-40E2-953F-8F7497128C4F}" type="presOf" srcId="{61C99D18-E6C0-4EF1-A253-1A11B6703354}" destId="{72E56C9B-F923-4C55-9B5E-8EB616B240B5}" srcOrd="1" destOrd="0" presId="urn:microsoft.com/office/officeart/2016/7/layout/RepeatingBendingProcessNew"/>
    <dgm:cxn modelId="{B315B007-2D4C-428C-831F-69BD63E7C0FF}" type="presOf" srcId="{9DC5AD07-7DEC-45CE-ADF4-7CB215701717}" destId="{90A3D976-8A08-40C9-9D79-33DF9BB56EF2}" srcOrd="1" destOrd="0" presId="urn:microsoft.com/office/officeart/2016/7/layout/RepeatingBendingProcessNew"/>
    <dgm:cxn modelId="{0A86050A-95BF-4A25-BD49-BD5439A513DA}" srcId="{800A3E1A-00AA-459F-B142-730668DFA808}" destId="{3880A5A7-217A-48D3-B7B5-32079728706F}" srcOrd="9" destOrd="0" parTransId="{54D426AB-23CB-4E27-BB9E-A194093CE425}" sibTransId="{C8ABCA18-9277-4D8E-98BC-45264979BF94}"/>
    <dgm:cxn modelId="{9FD50D14-7DB3-4064-AA6C-175D2ECEC44C}" srcId="{800A3E1A-00AA-459F-B142-730668DFA808}" destId="{D6D37949-D4E4-43C7-8A70-B575A8D2CCB1}" srcOrd="6" destOrd="0" parTransId="{E77F6BF4-0C40-4975-9F87-C0545C171587}" sibTransId="{B745B302-143A-4946-8BE2-2B0DDB23BC6F}"/>
    <dgm:cxn modelId="{232B5A14-F534-4DF4-A989-B08CB15BB3A4}" type="presOf" srcId="{61C99D18-E6C0-4EF1-A253-1A11B6703354}" destId="{38E4927F-1E0F-448A-BD61-6FADD0BBE7F1}" srcOrd="0" destOrd="0" presId="urn:microsoft.com/office/officeart/2016/7/layout/RepeatingBendingProcessNew"/>
    <dgm:cxn modelId="{2B742C2A-FB05-4874-AFD3-53357B6F334D}" type="presOf" srcId="{BFAFA3DC-484A-4245-AEC5-282E8961231F}" destId="{A4C17F3B-04E8-4C9F-97A7-8E33CC86E21A}" srcOrd="1" destOrd="0" presId="urn:microsoft.com/office/officeart/2016/7/layout/RepeatingBendingProcessNew"/>
    <dgm:cxn modelId="{D6E51433-9910-498E-8B9D-CE540744B281}" type="presOf" srcId="{8D7E9244-9A47-4DAD-A5B6-004E43D490AD}" destId="{8DC23DD8-7ABB-4A38-813A-D4EAE49ED36C}" srcOrd="0" destOrd="0" presId="urn:microsoft.com/office/officeart/2016/7/layout/RepeatingBendingProcessNew"/>
    <dgm:cxn modelId="{C0E24134-AEB3-4108-B7B8-FD85EFF799E6}" srcId="{800A3E1A-00AA-459F-B142-730668DFA808}" destId="{8D7E9244-9A47-4DAD-A5B6-004E43D490AD}" srcOrd="3" destOrd="0" parTransId="{862E43A4-FDE8-4A77-A996-50ACDF773F24}" sibTransId="{0EBE31BE-65D8-4229-9D94-FF607DE5EBDC}"/>
    <dgm:cxn modelId="{CBD28D34-68E0-47AC-BA90-1049B83FE644}" type="presOf" srcId="{94A99627-39BC-4B44-92B6-57CAAEAEE13E}" destId="{4E3F482F-C1BB-4DEC-B087-FBD61FD3E39A}" srcOrd="0" destOrd="0" presId="urn:microsoft.com/office/officeart/2016/7/layout/RepeatingBendingProcessNew"/>
    <dgm:cxn modelId="{B3CCBA38-CC72-421E-B12B-C9B20E63966D}" type="presOf" srcId="{9104AA2D-4CAB-4AA9-8C83-CEBBDABAE2CA}" destId="{15196D50-E989-4F3A-B265-B2BEDC7F7E41}" srcOrd="0" destOrd="0" presId="urn:microsoft.com/office/officeart/2016/7/layout/RepeatingBendingProcessNew"/>
    <dgm:cxn modelId="{DC88FA3C-4ECD-4E60-9A83-76B976B4ECD2}" type="presOf" srcId="{59469F62-A145-4A47-BBFF-3ED8E98F6EF2}" destId="{316EF396-0427-4A16-B58E-2D4579B8FDDC}" srcOrd="0" destOrd="0" presId="urn:microsoft.com/office/officeart/2016/7/layout/RepeatingBendingProcessNew"/>
    <dgm:cxn modelId="{C657233D-4044-4AFB-A8D1-4EB76C7C6779}" srcId="{800A3E1A-00AA-459F-B142-730668DFA808}" destId="{94A99627-39BC-4B44-92B6-57CAAEAEE13E}" srcOrd="7" destOrd="0" parTransId="{3D94377F-302B-4B6B-B54E-76DA76B1ECBF}" sibTransId="{9104AA2D-4CAB-4AA9-8C83-CEBBDABAE2CA}"/>
    <dgm:cxn modelId="{9C04955E-C301-4DB1-B96F-29C2054B8112}" type="presOf" srcId="{7C460135-166B-479F-87F1-8504D03ABBD1}" destId="{126257D2-27D8-49C9-B8B5-CD6B6F21B2C3}" srcOrd="0" destOrd="0" presId="urn:microsoft.com/office/officeart/2016/7/layout/RepeatingBendingProcessNew"/>
    <dgm:cxn modelId="{00A35E46-E9CE-46FA-966B-152044E523D5}" type="presOf" srcId="{BFAFA3DC-484A-4245-AEC5-282E8961231F}" destId="{E49D2574-0B00-48A9-B661-20DE4D3977E4}" srcOrd="0" destOrd="0" presId="urn:microsoft.com/office/officeart/2016/7/layout/RepeatingBendingProcessNew"/>
    <dgm:cxn modelId="{31290F68-E273-4873-81F5-698F8B4161FC}" type="presOf" srcId="{2102A56A-BAA4-4FEB-A1C6-D341EC38CC96}" destId="{BEB8B745-717F-4979-A8D7-077D9A11C281}" srcOrd="0" destOrd="0" presId="urn:microsoft.com/office/officeart/2016/7/layout/RepeatingBendingProcessNew"/>
    <dgm:cxn modelId="{77EA7468-81E7-4F45-83E4-D7D4C6005CA2}" srcId="{800A3E1A-00AA-459F-B142-730668DFA808}" destId="{B98B3FF5-9A1E-416A-B5D6-1D6B1ECE9428}" srcOrd="8" destOrd="0" parTransId="{5D8851E2-6BF3-4933-97EE-CA45CB4B7047}" sibTransId="{9DC5AD07-7DEC-45CE-ADF4-7CB215701717}"/>
    <dgm:cxn modelId="{1DDD9368-9331-41E0-BBBA-2265E4599742}" type="presOf" srcId="{63A77752-0058-43BC-A7C1-F65F23793313}" destId="{5C946A61-E489-42CA-8500-4805E3F250E5}" srcOrd="1" destOrd="0" presId="urn:microsoft.com/office/officeart/2016/7/layout/RepeatingBendingProcessNew"/>
    <dgm:cxn modelId="{11074449-625B-4344-9E3D-FF2D74D4E075}" type="presOf" srcId="{076A8B12-63AA-4800-B125-F0548B2F2BB5}" destId="{CC7F3E31-FBEB-4B10-8B5F-52ED1885ADEA}" srcOrd="0" destOrd="0" presId="urn:microsoft.com/office/officeart/2016/7/layout/RepeatingBendingProcessNew"/>
    <dgm:cxn modelId="{E9B1CD6A-7B39-4F42-972E-2982B9C0C6F5}" type="presOf" srcId="{574E342C-200F-4E04-A4A3-2E89FA69C28A}" destId="{6DDDF34A-8182-464E-BCCE-4986538647E6}" srcOrd="0" destOrd="0" presId="urn:microsoft.com/office/officeart/2016/7/layout/RepeatingBendingProcessNew"/>
    <dgm:cxn modelId="{D5335A6C-FCC7-455F-967A-958BB5D186E2}" type="presOf" srcId="{B745B302-143A-4946-8BE2-2B0DDB23BC6F}" destId="{ED040D81-6DB4-41C4-972E-B85462FE0981}" srcOrd="0" destOrd="0" presId="urn:microsoft.com/office/officeart/2016/7/layout/RepeatingBendingProcessNew"/>
    <dgm:cxn modelId="{BB80064D-6BA1-4378-8AA7-6B79F4B4EE20}" srcId="{800A3E1A-00AA-459F-B142-730668DFA808}" destId="{2102A56A-BAA4-4FEB-A1C6-D341EC38CC96}" srcOrd="1" destOrd="0" parTransId="{30186224-0006-48B0-9E80-49ABEA1ADA4C}" sibTransId="{63A77752-0058-43BC-A7C1-F65F23793313}"/>
    <dgm:cxn modelId="{9E90CB52-E9EF-4AC3-9F33-62D1A3A912BC}" srcId="{800A3E1A-00AA-459F-B142-730668DFA808}" destId="{59469F62-A145-4A47-BBFF-3ED8E98F6EF2}" srcOrd="5" destOrd="0" parTransId="{E8BD6FFF-1338-4DA8-8B6D-478AA55CCDB9}" sibTransId="{076A8B12-63AA-4800-B125-F0548B2F2BB5}"/>
    <dgm:cxn modelId="{632D1356-3EF4-4D2D-B057-6BC2D7793F20}" type="presOf" srcId="{3880A5A7-217A-48D3-B7B5-32079728706F}" destId="{88A28F40-0450-4149-AAC5-AF37F7A61FD8}" srcOrd="0" destOrd="0" presId="urn:microsoft.com/office/officeart/2016/7/layout/RepeatingBendingProcessNew"/>
    <dgm:cxn modelId="{787CB656-8745-413C-9D0A-6937415B5EE8}" type="presOf" srcId="{63A77752-0058-43BC-A7C1-F65F23793313}" destId="{F2F4C80D-637C-4BCE-82BC-7F89233F875C}" srcOrd="0" destOrd="0" presId="urn:microsoft.com/office/officeart/2016/7/layout/RepeatingBendingProcessNew"/>
    <dgm:cxn modelId="{78BE3491-8674-4831-B978-07F6C71CCFD9}" srcId="{800A3E1A-00AA-459F-B142-730668DFA808}" destId="{22869BDA-1ECE-485B-9C32-A6474E48FD89}" srcOrd="0" destOrd="0" parTransId="{325B0A07-6265-49EB-94FB-EDA4045A533C}" sibTransId="{7C460135-166B-479F-87F1-8504D03ABBD1}"/>
    <dgm:cxn modelId="{8A254CA8-F914-4B27-A4D2-F1432686A841}" type="presOf" srcId="{076A8B12-63AA-4800-B125-F0548B2F2BB5}" destId="{0EEFEABE-21C9-4793-B09F-37430C2ADB80}" srcOrd="1" destOrd="0" presId="urn:microsoft.com/office/officeart/2016/7/layout/RepeatingBendingProcessNew"/>
    <dgm:cxn modelId="{D72235AC-1760-4E79-AF4E-09FCD21B2D83}" type="presOf" srcId="{B745B302-143A-4946-8BE2-2B0DDB23BC6F}" destId="{F6EC43A1-FBCF-4FDA-847B-584FED65267B}" srcOrd="1" destOrd="0" presId="urn:microsoft.com/office/officeart/2016/7/layout/RepeatingBendingProcessNew"/>
    <dgm:cxn modelId="{B119F8AF-3490-4768-BC43-C2DFC39A9394}" type="presOf" srcId="{B98B3FF5-9A1E-416A-B5D6-1D6B1ECE9428}" destId="{7BAE3070-ED0B-4C5B-826E-8E67B7EF9229}" srcOrd="0" destOrd="0" presId="urn:microsoft.com/office/officeart/2016/7/layout/RepeatingBendingProcessNew"/>
    <dgm:cxn modelId="{1FCBF3B2-0998-4E4D-92CB-01C5B920FDD9}" type="presOf" srcId="{7C460135-166B-479F-87F1-8504D03ABBD1}" destId="{BE467B91-6AA2-4626-800E-7904839C69D3}" srcOrd="1" destOrd="0" presId="urn:microsoft.com/office/officeart/2016/7/layout/RepeatingBendingProcessNew"/>
    <dgm:cxn modelId="{CD37C7BA-34D2-420F-8841-90C6AD9D49B5}" type="presOf" srcId="{800A3E1A-00AA-459F-B142-730668DFA808}" destId="{116BC2E9-C6D5-4EAE-B43E-EC888C3A9B19}" srcOrd="0" destOrd="0" presId="urn:microsoft.com/office/officeart/2016/7/layout/RepeatingBendingProcessNew"/>
    <dgm:cxn modelId="{140F8AC7-F925-44A9-AD6B-6BCEB97CBD10}" type="presOf" srcId="{0EBE31BE-65D8-4229-9D94-FF607DE5EBDC}" destId="{42A30654-74B7-4E02-848E-83AD9C8F8685}" srcOrd="1" destOrd="0" presId="urn:microsoft.com/office/officeart/2016/7/layout/RepeatingBendingProcessNew"/>
    <dgm:cxn modelId="{1E4888CA-1279-4CDC-9F48-2811ACA905EF}" type="presOf" srcId="{9DC5AD07-7DEC-45CE-ADF4-7CB215701717}" destId="{9A8BADAE-BA75-4CC9-A492-A0D6F0642B0D}" srcOrd="0" destOrd="0" presId="urn:microsoft.com/office/officeart/2016/7/layout/RepeatingBendingProcessNew"/>
    <dgm:cxn modelId="{2CD5CADB-D2CD-49EA-859C-7C17AF057E71}" srcId="{800A3E1A-00AA-459F-B142-730668DFA808}" destId="{574E342C-200F-4E04-A4A3-2E89FA69C28A}" srcOrd="2" destOrd="0" parTransId="{A3018487-D6E1-4BEB-8DCE-12B516B269F5}" sibTransId="{BFAFA3DC-484A-4245-AEC5-282E8961231F}"/>
    <dgm:cxn modelId="{8640E2E1-1A32-4D6D-9164-2388B4BBE137}" srcId="{800A3E1A-00AA-459F-B142-730668DFA808}" destId="{3D0E07C6-B304-4E54-B42A-A35FAF376C67}" srcOrd="4" destOrd="0" parTransId="{5CC61D64-10FC-493D-985E-DBF3599FC14E}" sibTransId="{61C99D18-E6C0-4EF1-A253-1A11B6703354}"/>
    <dgm:cxn modelId="{9136F1E1-058F-4F6C-91F3-24406DB0255B}" type="presOf" srcId="{9104AA2D-4CAB-4AA9-8C83-CEBBDABAE2CA}" destId="{275542A2-2241-407C-9371-B79070F0D42C}" srcOrd="1" destOrd="0" presId="urn:microsoft.com/office/officeart/2016/7/layout/RepeatingBendingProcessNew"/>
    <dgm:cxn modelId="{ABC63CEA-0C84-4830-821B-8538F604D5C1}" type="presOf" srcId="{22869BDA-1ECE-485B-9C32-A6474E48FD89}" destId="{AD046FE1-AC3C-4EC7-8A99-8C037DDCF47D}" srcOrd="0" destOrd="0" presId="urn:microsoft.com/office/officeart/2016/7/layout/RepeatingBendingProcessNew"/>
    <dgm:cxn modelId="{79432EF3-693E-4F5B-8803-F9ACF20465D2}" type="presOf" srcId="{0EBE31BE-65D8-4229-9D94-FF607DE5EBDC}" destId="{7BAD55A7-0107-4668-AFFB-B85C0DD35579}" srcOrd="0" destOrd="0" presId="urn:microsoft.com/office/officeart/2016/7/layout/RepeatingBendingProcessNew"/>
    <dgm:cxn modelId="{90BAA5F5-9D9E-421C-9F96-8583C843737C}" type="presOf" srcId="{3D0E07C6-B304-4E54-B42A-A35FAF376C67}" destId="{4D62F573-290E-4C95-B48F-9BB2517F0027}" srcOrd="0" destOrd="0" presId="urn:microsoft.com/office/officeart/2016/7/layout/RepeatingBendingProcessNew"/>
    <dgm:cxn modelId="{2A812E0B-2241-496E-B4DD-0A864C51E889}" type="presParOf" srcId="{116BC2E9-C6D5-4EAE-B43E-EC888C3A9B19}" destId="{AD046FE1-AC3C-4EC7-8A99-8C037DDCF47D}" srcOrd="0" destOrd="0" presId="urn:microsoft.com/office/officeart/2016/7/layout/RepeatingBendingProcessNew"/>
    <dgm:cxn modelId="{7A188E82-FE71-426D-806C-D52D0F8A4C44}" type="presParOf" srcId="{116BC2E9-C6D5-4EAE-B43E-EC888C3A9B19}" destId="{126257D2-27D8-49C9-B8B5-CD6B6F21B2C3}" srcOrd="1" destOrd="0" presId="urn:microsoft.com/office/officeart/2016/7/layout/RepeatingBendingProcessNew"/>
    <dgm:cxn modelId="{13DA3408-5226-4983-924B-F11A8D960FBC}" type="presParOf" srcId="{126257D2-27D8-49C9-B8B5-CD6B6F21B2C3}" destId="{BE467B91-6AA2-4626-800E-7904839C69D3}" srcOrd="0" destOrd="0" presId="urn:microsoft.com/office/officeart/2016/7/layout/RepeatingBendingProcessNew"/>
    <dgm:cxn modelId="{43A4A90A-9575-405D-B472-B0D0C0AC35DA}" type="presParOf" srcId="{116BC2E9-C6D5-4EAE-B43E-EC888C3A9B19}" destId="{BEB8B745-717F-4979-A8D7-077D9A11C281}" srcOrd="2" destOrd="0" presId="urn:microsoft.com/office/officeart/2016/7/layout/RepeatingBendingProcessNew"/>
    <dgm:cxn modelId="{04269BBD-512E-4B35-A054-A6F2B090CB77}" type="presParOf" srcId="{116BC2E9-C6D5-4EAE-B43E-EC888C3A9B19}" destId="{F2F4C80D-637C-4BCE-82BC-7F89233F875C}" srcOrd="3" destOrd="0" presId="urn:microsoft.com/office/officeart/2016/7/layout/RepeatingBendingProcessNew"/>
    <dgm:cxn modelId="{A69F946B-41F0-4D08-B2B9-656FB4456745}" type="presParOf" srcId="{F2F4C80D-637C-4BCE-82BC-7F89233F875C}" destId="{5C946A61-E489-42CA-8500-4805E3F250E5}" srcOrd="0" destOrd="0" presId="urn:microsoft.com/office/officeart/2016/7/layout/RepeatingBendingProcessNew"/>
    <dgm:cxn modelId="{0C8851EA-31C9-48C7-A5A7-9F7C1A498C9A}" type="presParOf" srcId="{116BC2E9-C6D5-4EAE-B43E-EC888C3A9B19}" destId="{6DDDF34A-8182-464E-BCCE-4986538647E6}" srcOrd="4" destOrd="0" presId="urn:microsoft.com/office/officeart/2016/7/layout/RepeatingBendingProcessNew"/>
    <dgm:cxn modelId="{5E325DD5-BE22-4872-91A0-3F50D5B9B68F}" type="presParOf" srcId="{116BC2E9-C6D5-4EAE-B43E-EC888C3A9B19}" destId="{E49D2574-0B00-48A9-B661-20DE4D3977E4}" srcOrd="5" destOrd="0" presId="urn:microsoft.com/office/officeart/2016/7/layout/RepeatingBendingProcessNew"/>
    <dgm:cxn modelId="{16432B51-9EB3-4BB0-9481-614F6372D1FF}" type="presParOf" srcId="{E49D2574-0B00-48A9-B661-20DE4D3977E4}" destId="{A4C17F3B-04E8-4C9F-97A7-8E33CC86E21A}" srcOrd="0" destOrd="0" presId="urn:microsoft.com/office/officeart/2016/7/layout/RepeatingBendingProcessNew"/>
    <dgm:cxn modelId="{3727EF75-A5DB-4D25-996F-0C350418D4D3}" type="presParOf" srcId="{116BC2E9-C6D5-4EAE-B43E-EC888C3A9B19}" destId="{8DC23DD8-7ABB-4A38-813A-D4EAE49ED36C}" srcOrd="6" destOrd="0" presId="urn:microsoft.com/office/officeart/2016/7/layout/RepeatingBendingProcessNew"/>
    <dgm:cxn modelId="{F8AEF2EC-CD85-4353-93F5-261DB4979DB7}" type="presParOf" srcId="{116BC2E9-C6D5-4EAE-B43E-EC888C3A9B19}" destId="{7BAD55A7-0107-4668-AFFB-B85C0DD35579}" srcOrd="7" destOrd="0" presId="urn:microsoft.com/office/officeart/2016/7/layout/RepeatingBendingProcessNew"/>
    <dgm:cxn modelId="{EA6DE1DF-D93C-4DA8-9940-BB8CEC8809AB}" type="presParOf" srcId="{7BAD55A7-0107-4668-AFFB-B85C0DD35579}" destId="{42A30654-74B7-4E02-848E-83AD9C8F8685}" srcOrd="0" destOrd="0" presId="urn:microsoft.com/office/officeart/2016/7/layout/RepeatingBendingProcessNew"/>
    <dgm:cxn modelId="{F55BCA98-1A62-4915-874F-BB7B5F999008}" type="presParOf" srcId="{116BC2E9-C6D5-4EAE-B43E-EC888C3A9B19}" destId="{4D62F573-290E-4C95-B48F-9BB2517F0027}" srcOrd="8" destOrd="0" presId="urn:microsoft.com/office/officeart/2016/7/layout/RepeatingBendingProcessNew"/>
    <dgm:cxn modelId="{83457415-968D-4644-A2E7-E55221B832E7}" type="presParOf" srcId="{116BC2E9-C6D5-4EAE-B43E-EC888C3A9B19}" destId="{38E4927F-1E0F-448A-BD61-6FADD0BBE7F1}" srcOrd="9" destOrd="0" presId="urn:microsoft.com/office/officeart/2016/7/layout/RepeatingBendingProcessNew"/>
    <dgm:cxn modelId="{7A458A8E-7349-415D-9FBA-9837D90742B4}" type="presParOf" srcId="{38E4927F-1E0F-448A-BD61-6FADD0BBE7F1}" destId="{72E56C9B-F923-4C55-9B5E-8EB616B240B5}" srcOrd="0" destOrd="0" presId="urn:microsoft.com/office/officeart/2016/7/layout/RepeatingBendingProcessNew"/>
    <dgm:cxn modelId="{023704AE-6154-4CC7-A16A-667B06E46ABE}" type="presParOf" srcId="{116BC2E9-C6D5-4EAE-B43E-EC888C3A9B19}" destId="{316EF396-0427-4A16-B58E-2D4579B8FDDC}" srcOrd="10" destOrd="0" presId="urn:microsoft.com/office/officeart/2016/7/layout/RepeatingBendingProcessNew"/>
    <dgm:cxn modelId="{23F9C2D3-7D04-45CC-9048-69A93CB09E59}" type="presParOf" srcId="{116BC2E9-C6D5-4EAE-B43E-EC888C3A9B19}" destId="{CC7F3E31-FBEB-4B10-8B5F-52ED1885ADEA}" srcOrd="11" destOrd="0" presId="urn:microsoft.com/office/officeart/2016/7/layout/RepeatingBendingProcessNew"/>
    <dgm:cxn modelId="{C76854D7-C2E7-4169-8ECB-FF86D9A47E83}" type="presParOf" srcId="{CC7F3E31-FBEB-4B10-8B5F-52ED1885ADEA}" destId="{0EEFEABE-21C9-4793-B09F-37430C2ADB80}" srcOrd="0" destOrd="0" presId="urn:microsoft.com/office/officeart/2016/7/layout/RepeatingBendingProcessNew"/>
    <dgm:cxn modelId="{7A3E987B-16AA-4D8F-B3A4-345BC492ABD9}" type="presParOf" srcId="{116BC2E9-C6D5-4EAE-B43E-EC888C3A9B19}" destId="{41D60A1A-3D73-43C8-A2A8-697EBB2B75DF}" srcOrd="12" destOrd="0" presId="urn:microsoft.com/office/officeart/2016/7/layout/RepeatingBendingProcessNew"/>
    <dgm:cxn modelId="{56F54FD4-2CD6-4512-BB13-98083518194C}" type="presParOf" srcId="{116BC2E9-C6D5-4EAE-B43E-EC888C3A9B19}" destId="{ED040D81-6DB4-41C4-972E-B85462FE0981}" srcOrd="13" destOrd="0" presId="urn:microsoft.com/office/officeart/2016/7/layout/RepeatingBendingProcessNew"/>
    <dgm:cxn modelId="{3F8500AF-D772-4922-8D63-F2B02B46D558}" type="presParOf" srcId="{ED040D81-6DB4-41C4-972E-B85462FE0981}" destId="{F6EC43A1-FBCF-4FDA-847B-584FED65267B}" srcOrd="0" destOrd="0" presId="urn:microsoft.com/office/officeart/2016/7/layout/RepeatingBendingProcessNew"/>
    <dgm:cxn modelId="{41D0E249-7BCD-4D9A-85E5-98937B7ECD8C}" type="presParOf" srcId="{116BC2E9-C6D5-4EAE-B43E-EC888C3A9B19}" destId="{4E3F482F-C1BB-4DEC-B087-FBD61FD3E39A}" srcOrd="14" destOrd="0" presId="urn:microsoft.com/office/officeart/2016/7/layout/RepeatingBendingProcessNew"/>
    <dgm:cxn modelId="{023E2BFE-B49B-4E54-8A7E-C8F6FE4002D2}" type="presParOf" srcId="{116BC2E9-C6D5-4EAE-B43E-EC888C3A9B19}" destId="{15196D50-E989-4F3A-B265-B2BEDC7F7E41}" srcOrd="15" destOrd="0" presId="urn:microsoft.com/office/officeart/2016/7/layout/RepeatingBendingProcessNew"/>
    <dgm:cxn modelId="{1D8027F6-5CD1-413A-AFC2-F3B82BB80946}" type="presParOf" srcId="{15196D50-E989-4F3A-B265-B2BEDC7F7E41}" destId="{275542A2-2241-407C-9371-B79070F0D42C}" srcOrd="0" destOrd="0" presId="urn:microsoft.com/office/officeart/2016/7/layout/RepeatingBendingProcessNew"/>
    <dgm:cxn modelId="{71C84A3F-24ED-4585-BFA9-BE3E0211D2D8}" type="presParOf" srcId="{116BC2E9-C6D5-4EAE-B43E-EC888C3A9B19}" destId="{7BAE3070-ED0B-4C5B-826E-8E67B7EF9229}" srcOrd="16" destOrd="0" presId="urn:microsoft.com/office/officeart/2016/7/layout/RepeatingBendingProcessNew"/>
    <dgm:cxn modelId="{FD4C8036-3F20-4ECE-A2F9-874862D33FD3}" type="presParOf" srcId="{116BC2E9-C6D5-4EAE-B43E-EC888C3A9B19}" destId="{9A8BADAE-BA75-4CC9-A492-A0D6F0642B0D}" srcOrd="17" destOrd="0" presId="urn:microsoft.com/office/officeart/2016/7/layout/RepeatingBendingProcessNew"/>
    <dgm:cxn modelId="{5F91CF03-95B4-4D38-8EE6-7817EC11892C}" type="presParOf" srcId="{9A8BADAE-BA75-4CC9-A492-A0D6F0642B0D}" destId="{90A3D976-8A08-40C9-9D79-33DF9BB56EF2}" srcOrd="0" destOrd="0" presId="urn:microsoft.com/office/officeart/2016/7/layout/RepeatingBendingProcessNew"/>
    <dgm:cxn modelId="{139C4B83-F00C-4C7A-BF1E-987F50FFA290}" type="presParOf" srcId="{116BC2E9-C6D5-4EAE-B43E-EC888C3A9B19}" destId="{88A28F40-0450-4149-AAC5-AF37F7A61FD8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E1CB0A-53B4-49E6-9AB2-A0D3A349D9E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0CE2A7-4F06-47E4-9873-A95F0C8CB40E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600" dirty="0"/>
            <a:t> </a:t>
          </a:r>
          <a:r>
            <a:rPr lang="en-US" sz="2400" dirty="0"/>
            <a:t>Systolic BP:</a:t>
          </a:r>
          <a:endParaRPr lang="en-US" sz="2600" dirty="0"/>
        </a:p>
      </dgm:t>
    </dgm:pt>
    <dgm:pt modelId="{7BF9A1A6-1BA0-41B2-8689-64D3DE674B3F}" type="parTrans" cxnId="{77CD64AF-EF78-4CE3-8F7C-2752C5DB18B4}">
      <dgm:prSet/>
      <dgm:spPr/>
      <dgm:t>
        <a:bodyPr/>
        <a:lstStyle/>
        <a:p>
          <a:endParaRPr lang="en-US"/>
        </a:p>
      </dgm:t>
    </dgm:pt>
    <dgm:pt modelId="{E7865678-6909-4E70-9F03-1F5FA9DEBB8D}" type="sibTrans" cxnId="{77CD64AF-EF78-4CE3-8F7C-2752C5DB18B4}">
      <dgm:prSet/>
      <dgm:spPr/>
      <dgm:t>
        <a:bodyPr/>
        <a:lstStyle/>
        <a:p>
          <a:endParaRPr lang="en-US"/>
        </a:p>
      </dgm:t>
    </dgm:pt>
    <dgm:pt modelId="{2AACDDE5-5972-41A3-995F-98EFECE0CE03}">
      <dgm:prSet/>
      <dgm:spPr/>
      <dgm:t>
        <a:bodyPr/>
        <a:lstStyle/>
        <a:p>
          <a:r>
            <a:rPr lang="en-US" dirty="0"/>
            <a:t>- MAE: 8.8 mmHg</a:t>
          </a:r>
        </a:p>
      </dgm:t>
    </dgm:pt>
    <dgm:pt modelId="{A548582A-C310-4820-810C-5695207E52F7}" type="parTrans" cxnId="{99EAC658-2569-4202-AB18-04F15139B62F}">
      <dgm:prSet/>
      <dgm:spPr/>
      <dgm:t>
        <a:bodyPr/>
        <a:lstStyle/>
        <a:p>
          <a:endParaRPr lang="en-US"/>
        </a:p>
      </dgm:t>
    </dgm:pt>
    <dgm:pt modelId="{B2B1779B-48FD-43D6-8AE2-1B31216BF50D}" type="sibTrans" cxnId="{99EAC658-2569-4202-AB18-04F15139B62F}">
      <dgm:prSet/>
      <dgm:spPr/>
      <dgm:t>
        <a:bodyPr/>
        <a:lstStyle/>
        <a:p>
          <a:endParaRPr lang="en-US"/>
        </a:p>
      </dgm:t>
    </dgm:pt>
    <dgm:pt modelId="{C8CC2799-4579-49F4-88D1-EA1CE1B2FDD7}">
      <dgm:prSet/>
      <dgm:spPr/>
      <dgm:t>
        <a:bodyPr/>
        <a:lstStyle/>
        <a:p>
          <a:r>
            <a:rPr lang="en-US"/>
            <a:t>- RMSE: 12.16 mmHg</a:t>
          </a:r>
        </a:p>
      </dgm:t>
    </dgm:pt>
    <dgm:pt modelId="{A3347A53-6E95-4947-BC88-87C56DDA5B1A}" type="parTrans" cxnId="{FD0F1383-04F8-4AE4-9755-2306539B4D41}">
      <dgm:prSet/>
      <dgm:spPr/>
      <dgm:t>
        <a:bodyPr/>
        <a:lstStyle/>
        <a:p>
          <a:endParaRPr lang="en-US"/>
        </a:p>
      </dgm:t>
    </dgm:pt>
    <dgm:pt modelId="{F255D19A-7B28-4D4D-921E-97793434E6B4}" type="sibTrans" cxnId="{FD0F1383-04F8-4AE4-9755-2306539B4D41}">
      <dgm:prSet/>
      <dgm:spPr/>
      <dgm:t>
        <a:bodyPr/>
        <a:lstStyle/>
        <a:p>
          <a:endParaRPr lang="en-US"/>
        </a:p>
      </dgm:t>
    </dgm:pt>
    <dgm:pt modelId="{38DBD7C6-AD38-4396-A895-DB2585CCCB84}">
      <dgm:prSet/>
      <dgm:spPr/>
      <dgm:t>
        <a:bodyPr/>
        <a:lstStyle/>
        <a:p>
          <a:r>
            <a:rPr lang="en-US"/>
            <a:t>- R²: 0.55</a:t>
          </a:r>
        </a:p>
      </dgm:t>
    </dgm:pt>
    <dgm:pt modelId="{F1A5A210-E675-4201-965D-1A0C039B55E9}" type="parTrans" cxnId="{65FC16FB-649D-47E2-814A-A3FB674348B7}">
      <dgm:prSet/>
      <dgm:spPr/>
      <dgm:t>
        <a:bodyPr/>
        <a:lstStyle/>
        <a:p>
          <a:endParaRPr lang="en-US"/>
        </a:p>
      </dgm:t>
    </dgm:pt>
    <dgm:pt modelId="{8C6AC03F-17C7-4A16-8C57-DC799DC0C79E}" type="sibTrans" cxnId="{65FC16FB-649D-47E2-814A-A3FB674348B7}">
      <dgm:prSet/>
      <dgm:spPr/>
      <dgm:t>
        <a:bodyPr/>
        <a:lstStyle/>
        <a:p>
          <a:endParaRPr lang="en-US"/>
        </a:p>
      </dgm:t>
    </dgm:pt>
    <dgm:pt modelId="{6537A550-CD0A-4463-A512-7FB4059603B0}" type="pres">
      <dgm:prSet presAssocID="{4CE1CB0A-53B4-49E6-9AB2-A0D3A349D9EA}" presName="matrix" presStyleCnt="0">
        <dgm:presLayoutVars>
          <dgm:chMax val="1"/>
          <dgm:dir/>
          <dgm:resizeHandles val="exact"/>
        </dgm:presLayoutVars>
      </dgm:prSet>
      <dgm:spPr/>
    </dgm:pt>
    <dgm:pt modelId="{25FFE456-06F9-4456-BF75-9FF232050D9C}" type="pres">
      <dgm:prSet presAssocID="{4CE1CB0A-53B4-49E6-9AB2-A0D3A349D9EA}" presName="diamond" presStyleLbl="bgShp" presStyleIdx="0" presStyleCnt="1"/>
      <dgm:spPr/>
    </dgm:pt>
    <dgm:pt modelId="{258D033D-1AA3-48FC-AE04-EF0230BB1C90}" type="pres">
      <dgm:prSet presAssocID="{4CE1CB0A-53B4-49E6-9AB2-A0D3A349D9E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643F9EB-3759-43F4-A9C0-4DC9167698B6}" type="pres">
      <dgm:prSet presAssocID="{4CE1CB0A-53B4-49E6-9AB2-A0D3A349D9E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9EBE803-25C4-4BBF-9599-4BB2C7CE55E1}" type="pres">
      <dgm:prSet presAssocID="{4CE1CB0A-53B4-49E6-9AB2-A0D3A349D9E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6178533-EED4-42D2-85A7-F51106710053}" type="pres">
      <dgm:prSet presAssocID="{4CE1CB0A-53B4-49E6-9AB2-A0D3A349D9E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4096C0E-CBE2-4DE6-A61D-B59C1811AF2B}" type="presOf" srcId="{38DBD7C6-AD38-4396-A895-DB2585CCCB84}" destId="{36178533-EED4-42D2-85A7-F51106710053}" srcOrd="0" destOrd="0" presId="urn:microsoft.com/office/officeart/2005/8/layout/matrix3"/>
    <dgm:cxn modelId="{AB042D48-A707-4857-85CF-B7E102A400D7}" type="presOf" srcId="{4CE1CB0A-53B4-49E6-9AB2-A0D3A349D9EA}" destId="{6537A550-CD0A-4463-A512-7FB4059603B0}" srcOrd="0" destOrd="0" presId="urn:microsoft.com/office/officeart/2005/8/layout/matrix3"/>
    <dgm:cxn modelId="{99EAC658-2569-4202-AB18-04F15139B62F}" srcId="{4CE1CB0A-53B4-49E6-9AB2-A0D3A349D9EA}" destId="{2AACDDE5-5972-41A3-995F-98EFECE0CE03}" srcOrd="1" destOrd="0" parTransId="{A548582A-C310-4820-810C-5695207E52F7}" sibTransId="{B2B1779B-48FD-43D6-8AE2-1B31216BF50D}"/>
    <dgm:cxn modelId="{FD0F1383-04F8-4AE4-9755-2306539B4D41}" srcId="{4CE1CB0A-53B4-49E6-9AB2-A0D3A349D9EA}" destId="{C8CC2799-4579-49F4-88D1-EA1CE1B2FDD7}" srcOrd="2" destOrd="0" parTransId="{A3347A53-6E95-4947-BC88-87C56DDA5B1A}" sibTransId="{F255D19A-7B28-4D4D-921E-97793434E6B4}"/>
    <dgm:cxn modelId="{77CD64AF-EF78-4CE3-8F7C-2752C5DB18B4}" srcId="{4CE1CB0A-53B4-49E6-9AB2-A0D3A349D9EA}" destId="{CC0CE2A7-4F06-47E4-9873-A95F0C8CB40E}" srcOrd="0" destOrd="0" parTransId="{7BF9A1A6-1BA0-41B2-8689-64D3DE674B3F}" sibTransId="{E7865678-6909-4E70-9F03-1F5FA9DEBB8D}"/>
    <dgm:cxn modelId="{25C3F4C4-E4DF-4020-BEE9-4D2715886070}" type="presOf" srcId="{C8CC2799-4579-49F4-88D1-EA1CE1B2FDD7}" destId="{59EBE803-25C4-4BBF-9599-4BB2C7CE55E1}" srcOrd="0" destOrd="0" presId="urn:microsoft.com/office/officeart/2005/8/layout/matrix3"/>
    <dgm:cxn modelId="{9678A6D1-97DC-44CF-9A3B-2104E67B62D9}" type="presOf" srcId="{CC0CE2A7-4F06-47E4-9873-A95F0C8CB40E}" destId="{258D033D-1AA3-48FC-AE04-EF0230BB1C90}" srcOrd="0" destOrd="0" presId="urn:microsoft.com/office/officeart/2005/8/layout/matrix3"/>
    <dgm:cxn modelId="{A1741FF3-3787-4219-88A1-896CABABEC81}" type="presOf" srcId="{2AACDDE5-5972-41A3-995F-98EFECE0CE03}" destId="{B643F9EB-3759-43F4-A9C0-4DC9167698B6}" srcOrd="0" destOrd="0" presId="urn:microsoft.com/office/officeart/2005/8/layout/matrix3"/>
    <dgm:cxn modelId="{65FC16FB-649D-47E2-814A-A3FB674348B7}" srcId="{4CE1CB0A-53B4-49E6-9AB2-A0D3A349D9EA}" destId="{38DBD7C6-AD38-4396-A895-DB2585CCCB84}" srcOrd="3" destOrd="0" parTransId="{F1A5A210-E675-4201-965D-1A0C039B55E9}" sibTransId="{8C6AC03F-17C7-4A16-8C57-DC799DC0C79E}"/>
    <dgm:cxn modelId="{CCC119F8-6DFA-46FC-A0DB-73C94761BF3C}" type="presParOf" srcId="{6537A550-CD0A-4463-A512-7FB4059603B0}" destId="{25FFE456-06F9-4456-BF75-9FF232050D9C}" srcOrd="0" destOrd="0" presId="urn:microsoft.com/office/officeart/2005/8/layout/matrix3"/>
    <dgm:cxn modelId="{D3120ED9-483C-4C5C-A757-C13B7047A142}" type="presParOf" srcId="{6537A550-CD0A-4463-A512-7FB4059603B0}" destId="{258D033D-1AA3-48FC-AE04-EF0230BB1C90}" srcOrd="1" destOrd="0" presId="urn:microsoft.com/office/officeart/2005/8/layout/matrix3"/>
    <dgm:cxn modelId="{EDC1C887-CF12-45A5-A37A-937C1591573B}" type="presParOf" srcId="{6537A550-CD0A-4463-A512-7FB4059603B0}" destId="{B643F9EB-3759-43F4-A9C0-4DC9167698B6}" srcOrd="2" destOrd="0" presId="urn:microsoft.com/office/officeart/2005/8/layout/matrix3"/>
    <dgm:cxn modelId="{C1E2CF66-1308-459D-B477-78F91DF02147}" type="presParOf" srcId="{6537A550-CD0A-4463-A512-7FB4059603B0}" destId="{59EBE803-25C4-4BBF-9599-4BB2C7CE55E1}" srcOrd="3" destOrd="0" presId="urn:microsoft.com/office/officeart/2005/8/layout/matrix3"/>
    <dgm:cxn modelId="{CC3E219B-3FCA-4EDF-A4B0-3A2AFAD20878}" type="presParOf" srcId="{6537A550-CD0A-4463-A512-7FB4059603B0}" destId="{36178533-EED4-42D2-85A7-F5110671005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1A6905-D8B9-480C-B99E-3ACD5B1ACB61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D4F1418-86B9-416A-AA1A-EF2A6B78D755}">
      <dgm:prSet/>
      <dgm:spPr/>
      <dgm:t>
        <a:bodyPr/>
        <a:lstStyle/>
        <a:p>
          <a:r>
            <a:rPr lang="en-US"/>
            <a:t>• Age</a:t>
          </a:r>
        </a:p>
      </dgm:t>
    </dgm:pt>
    <dgm:pt modelId="{773DB480-447D-4313-BE13-B2AC6A284B00}" type="parTrans" cxnId="{3FC8532A-1020-4312-AF99-AE31DFA854B1}">
      <dgm:prSet/>
      <dgm:spPr/>
      <dgm:t>
        <a:bodyPr/>
        <a:lstStyle/>
        <a:p>
          <a:endParaRPr lang="en-US"/>
        </a:p>
      </dgm:t>
    </dgm:pt>
    <dgm:pt modelId="{A10E75D1-D367-4EBA-B647-85160B8CB564}" type="sibTrans" cxnId="{3FC8532A-1020-4312-AF99-AE31DFA854B1}">
      <dgm:prSet/>
      <dgm:spPr/>
      <dgm:t>
        <a:bodyPr/>
        <a:lstStyle/>
        <a:p>
          <a:endParaRPr lang="en-US"/>
        </a:p>
      </dgm:t>
    </dgm:pt>
    <dgm:pt modelId="{933D1488-348B-437B-994A-2EF76EE05EB5}">
      <dgm:prSet/>
      <dgm:spPr/>
      <dgm:t>
        <a:bodyPr/>
        <a:lstStyle/>
        <a:p>
          <a:r>
            <a:rPr lang="en-US"/>
            <a:t>• Weight</a:t>
          </a:r>
        </a:p>
      </dgm:t>
    </dgm:pt>
    <dgm:pt modelId="{11DEFA67-023E-4F19-8045-2290EBC95A52}" type="parTrans" cxnId="{44B86B38-596D-49D3-8089-BEACD63D3E1F}">
      <dgm:prSet/>
      <dgm:spPr/>
      <dgm:t>
        <a:bodyPr/>
        <a:lstStyle/>
        <a:p>
          <a:endParaRPr lang="en-US"/>
        </a:p>
      </dgm:t>
    </dgm:pt>
    <dgm:pt modelId="{7499014A-F07D-4E1B-A196-4DA3BC2DB4D3}" type="sibTrans" cxnId="{44B86B38-596D-49D3-8089-BEACD63D3E1F}">
      <dgm:prSet/>
      <dgm:spPr/>
      <dgm:t>
        <a:bodyPr/>
        <a:lstStyle/>
        <a:p>
          <a:endParaRPr lang="en-US"/>
        </a:p>
      </dgm:t>
    </dgm:pt>
    <dgm:pt modelId="{EDB3CC44-1B10-4F9B-8242-026E40865FA9}">
      <dgm:prSet/>
      <dgm:spPr/>
      <dgm:t>
        <a:bodyPr/>
        <a:lstStyle/>
        <a:p>
          <a:r>
            <a:rPr lang="en-US"/>
            <a:t>• Height</a:t>
          </a:r>
        </a:p>
      </dgm:t>
    </dgm:pt>
    <dgm:pt modelId="{A44F04DF-BC6C-46FC-9070-1E1239E623C9}" type="parTrans" cxnId="{8DBB42D4-B7A3-4AF0-9BA6-689918076947}">
      <dgm:prSet/>
      <dgm:spPr/>
      <dgm:t>
        <a:bodyPr/>
        <a:lstStyle/>
        <a:p>
          <a:endParaRPr lang="en-US"/>
        </a:p>
      </dgm:t>
    </dgm:pt>
    <dgm:pt modelId="{4B51607C-351B-477B-A082-E9BA5EAF4DBF}" type="sibTrans" cxnId="{8DBB42D4-B7A3-4AF0-9BA6-689918076947}">
      <dgm:prSet/>
      <dgm:spPr/>
      <dgm:t>
        <a:bodyPr/>
        <a:lstStyle/>
        <a:p>
          <a:endParaRPr lang="en-US"/>
        </a:p>
      </dgm:t>
    </dgm:pt>
    <dgm:pt modelId="{310FB96D-D4B7-406F-AD9D-B245890207E0}">
      <dgm:prSet/>
      <dgm:spPr/>
      <dgm:t>
        <a:bodyPr/>
        <a:lstStyle/>
        <a:p>
          <a:r>
            <a:rPr lang="en-US"/>
            <a:t>• Sodium &amp; Potassium intake</a:t>
          </a:r>
        </a:p>
      </dgm:t>
    </dgm:pt>
    <dgm:pt modelId="{84AA3E73-3735-4887-AC88-DC473EA49CF8}" type="parTrans" cxnId="{87C6B9AA-1295-4F0D-9BE1-7A9A155A0D8A}">
      <dgm:prSet/>
      <dgm:spPr/>
      <dgm:t>
        <a:bodyPr/>
        <a:lstStyle/>
        <a:p>
          <a:endParaRPr lang="en-US"/>
        </a:p>
      </dgm:t>
    </dgm:pt>
    <dgm:pt modelId="{A3072D33-B199-4115-9D31-D3EFCC6DABF6}" type="sibTrans" cxnId="{87C6B9AA-1295-4F0D-9BE1-7A9A155A0D8A}">
      <dgm:prSet/>
      <dgm:spPr/>
      <dgm:t>
        <a:bodyPr/>
        <a:lstStyle/>
        <a:p>
          <a:endParaRPr lang="en-US"/>
        </a:p>
      </dgm:t>
    </dgm:pt>
    <dgm:pt modelId="{879BBB0A-5C88-48EF-A4D3-85FA5A130220}">
      <dgm:prSet/>
      <dgm:spPr/>
      <dgm:t>
        <a:bodyPr/>
        <a:lstStyle/>
        <a:p>
          <a:r>
            <a:rPr lang="en-US"/>
            <a:t>• Pulse Rate</a:t>
          </a:r>
        </a:p>
      </dgm:t>
    </dgm:pt>
    <dgm:pt modelId="{71DAA14A-AE47-4E61-94A6-FB657FF800F2}" type="parTrans" cxnId="{7330E237-E50B-4337-9B5E-A8365A85DDB8}">
      <dgm:prSet/>
      <dgm:spPr/>
      <dgm:t>
        <a:bodyPr/>
        <a:lstStyle/>
        <a:p>
          <a:endParaRPr lang="en-US"/>
        </a:p>
      </dgm:t>
    </dgm:pt>
    <dgm:pt modelId="{C620F900-C9F8-4612-BB2D-AEC20F4EF985}" type="sibTrans" cxnId="{7330E237-E50B-4337-9B5E-A8365A85DDB8}">
      <dgm:prSet/>
      <dgm:spPr/>
      <dgm:t>
        <a:bodyPr/>
        <a:lstStyle/>
        <a:p>
          <a:endParaRPr lang="en-US"/>
        </a:p>
      </dgm:t>
    </dgm:pt>
    <dgm:pt modelId="{F8833357-6EEF-4F66-A002-9BB3E5B52677}">
      <dgm:prSet/>
      <dgm:spPr/>
      <dgm:t>
        <a:bodyPr/>
        <a:lstStyle/>
        <a:p>
          <a:r>
            <a:rPr lang="en-US"/>
            <a:t>• Smoking Status</a:t>
          </a:r>
        </a:p>
      </dgm:t>
    </dgm:pt>
    <dgm:pt modelId="{0479A8A3-59C8-48B9-990D-8CF9B0DE9DD5}" type="parTrans" cxnId="{66637995-1BCA-4833-A55F-C998339F1563}">
      <dgm:prSet/>
      <dgm:spPr/>
      <dgm:t>
        <a:bodyPr/>
        <a:lstStyle/>
        <a:p>
          <a:endParaRPr lang="en-US"/>
        </a:p>
      </dgm:t>
    </dgm:pt>
    <dgm:pt modelId="{0696DD73-2ACC-4A14-AF86-6D2E8F6C5B6C}" type="sibTrans" cxnId="{66637995-1BCA-4833-A55F-C998339F1563}">
      <dgm:prSet/>
      <dgm:spPr/>
      <dgm:t>
        <a:bodyPr/>
        <a:lstStyle/>
        <a:p>
          <a:endParaRPr lang="en-US"/>
        </a:p>
      </dgm:t>
    </dgm:pt>
    <dgm:pt modelId="{FFD0A3D9-BC31-4F8F-821F-0E9B3D34EFA6}">
      <dgm:prSet/>
      <dgm:spPr/>
      <dgm:t>
        <a:bodyPr/>
        <a:lstStyle/>
        <a:p>
          <a:r>
            <a:rPr lang="en-US"/>
            <a:t>• Drinks per Day</a:t>
          </a:r>
        </a:p>
      </dgm:t>
    </dgm:pt>
    <dgm:pt modelId="{79C55396-60B1-456B-993D-92F2E1C4E331}" type="parTrans" cxnId="{244C9FD1-0B42-4893-A78A-48AE8D6A13B3}">
      <dgm:prSet/>
      <dgm:spPr/>
      <dgm:t>
        <a:bodyPr/>
        <a:lstStyle/>
        <a:p>
          <a:endParaRPr lang="en-US"/>
        </a:p>
      </dgm:t>
    </dgm:pt>
    <dgm:pt modelId="{76E3EEFD-479E-4443-924A-F762AC828471}" type="sibTrans" cxnId="{244C9FD1-0B42-4893-A78A-48AE8D6A13B3}">
      <dgm:prSet/>
      <dgm:spPr/>
      <dgm:t>
        <a:bodyPr/>
        <a:lstStyle/>
        <a:p>
          <a:endParaRPr lang="en-US"/>
        </a:p>
      </dgm:t>
    </dgm:pt>
    <dgm:pt modelId="{1D4E08E2-FC1B-46DD-BD33-A4F33BB784F3}" type="pres">
      <dgm:prSet presAssocID="{071A6905-D8B9-480C-B99E-3ACD5B1ACB61}" presName="compositeShape" presStyleCnt="0">
        <dgm:presLayoutVars>
          <dgm:chMax val="7"/>
          <dgm:dir/>
          <dgm:resizeHandles val="exact"/>
        </dgm:presLayoutVars>
      </dgm:prSet>
      <dgm:spPr/>
    </dgm:pt>
    <dgm:pt modelId="{0EE93058-7234-4455-B3D0-A0F6660DDEF1}" type="pres">
      <dgm:prSet presAssocID="{071A6905-D8B9-480C-B99E-3ACD5B1ACB61}" presName="wedge1" presStyleLbl="node1" presStyleIdx="0" presStyleCnt="7"/>
      <dgm:spPr/>
    </dgm:pt>
    <dgm:pt modelId="{F1830EFA-15F1-443A-847C-8770860A4C57}" type="pres">
      <dgm:prSet presAssocID="{071A6905-D8B9-480C-B99E-3ACD5B1ACB61}" presName="dummy1a" presStyleCnt="0"/>
      <dgm:spPr/>
    </dgm:pt>
    <dgm:pt modelId="{DF12C1FC-C79A-47CE-B47E-18BE8C91BD1D}" type="pres">
      <dgm:prSet presAssocID="{071A6905-D8B9-480C-B99E-3ACD5B1ACB61}" presName="dummy1b" presStyleCnt="0"/>
      <dgm:spPr/>
    </dgm:pt>
    <dgm:pt modelId="{7C438E69-3056-4EA1-9EA8-5B8042C90A41}" type="pres">
      <dgm:prSet presAssocID="{071A6905-D8B9-480C-B99E-3ACD5B1ACB61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B1DD75E-89BF-4DEB-AD46-4B82E4235A63}" type="pres">
      <dgm:prSet presAssocID="{071A6905-D8B9-480C-B99E-3ACD5B1ACB61}" presName="wedge2" presStyleLbl="node1" presStyleIdx="1" presStyleCnt="7"/>
      <dgm:spPr/>
    </dgm:pt>
    <dgm:pt modelId="{A33D4657-E77F-4EA8-AC25-1769EB06CD39}" type="pres">
      <dgm:prSet presAssocID="{071A6905-D8B9-480C-B99E-3ACD5B1ACB61}" presName="dummy2a" presStyleCnt="0"/>
      <dgm:spPr/>
    </dgm:pt>
    <dgm:pt modelId="{8473790E-DBEB-475F-82C3-4063F23E72BE}" type="pres">
      <dgm:prSet presAssocID="{071A6905-D8B9-480C-B99E-3ACD5B1ACB61}" presName="dummy2b" presStyleCnt="0"/>
      <dgm:spPr/>
    </dgm:pt>
    <dgm:pt modelId="{77460E77-4D3E-45BF-B4DE-23B3B698F967}" type="pres">
      <dgm:prSet presAssocID="{071A6905-D8B9-480C-B99E-3ACD5B1ACB61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7035A021-FCAE-4242-BA13-2CA5B4A96D47}" type="pres">
      <dgm:prSet presAssocID="{071A6905-D8B9-480C-B99E-3ACD5B1ACB61}" presName="wedge3" presStyleLbl="node1" presStyleIdx="2" presStyleCnt="7"/>
      <dgm:spPr/>
    </dgm:pt>
    <dgm:pt modelId="{CD4C9EA4-5A19-4597-9B49-9E6AD47B8E9F}" type="pres">
      <dgm:prSet presAssocID="{071A6905-D8B9-480C-B99E-3ACD5B1ACB61}" presName="dummy3a" presStyleCnt="0"/>
      <dgm:spPr/>
    </dgm:pt>
    <dgm:pt modelId="{DDF4D3F5-76B1-4DCD-A502-D1F32A0FA405}" type="pres">
      <dgm:prSet presAssocID="{071A6905-D8B9-480C-B99E-3ACD5B1ACB61}" presName="dummy3b" presStyleCnt="0"/>
      <dgm:spPr/>
    </dgm:pt>
    <dgm:pt modelId="{EE574F22-DF0E-43B0-B187-96666EA066CA}" type="pres">
      <dgm:prSet presAssocID="{071A6905-D8B9-480C-B99E-3ACD5B1ACB61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F7D39966-C5FC-49E9-96C2-ED9E42416DDD}" type="pres">
      <dgm:prSet presAssocID="{071A6905-D8B9-480C-B99E-3ACD5B1ACB61}" presName="wedge4" presStyleLbl="node1" presStyleIdx="3" presStyleCnt="7"/>
      <dgm:spPr/>
    </dgm:pt>
    <dgm:pt modelId="{9764BCD4-3999-455B-BC25-334605743C52}" type="pres">
      <dgm:prSet presAssocID="{071A6905-D8B9-480C-B99E-3ACD5B1ACB61}" presName="dummy4a" presStyleCnt="0"/>
      <dgm:spPr/>
    </dgm:pt>
    <dgm:pt modelId="{3A04317C-774A-45D3-A177-030BB1F08BAA}" type="pres">
      <dgm:prSet presAssocID="{071A6905-D8B9-480C-B99E-3ACD5B1ACB61}" presName="dummy4b" presStyleCnt="0"/>
      <dgm:spPr/>
    </dgm:pt>
    <dgm:pt modelId="{FC32C0D6-246A-4907-BD89-8750B49E4F04}" type="pres">
      <dgm:prSet presAssocID="{071A6905-D8B9-480C-B99E-3ACD5B1ACB61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4DEC9FB-537B-4321-AB42-A4EC58E66EE9}" type="pres">
      <dgm:prSet presAssocID="{071A6905-D8B9-480C-B99E-3ACD5B1ACB61}" presName="wedge5" presStyleLbl="node1" presStyleIdx="4" presStyleCnt="7"/>
      <dgm:spPr/>
    </dgm:pt>
    <dgm:pt modelId="{ADAEE730-3797-4F90-A12E-ADC65F4E5EA1}" type="pres">
      <dgm:prSet presAssocID="{071A6905-D8B9-480C-B99E-3ACD5B1ACB61}" presName="dummy5a" presStyleCnt="0"/>
      <dgm:spPr/>
    </dgm:pt>
    <dgm:pt modelId="{5A648ADD-C470-4CD9-B2E1-7EA3306B401F}" type="pres">
      <dgm:prSet presAssocID="{071A6905-D8B9-480C-B99E-3ACD5B1ACB61}" presName="dummy5b" presStyleCnt="0"/>
      <dgm:spPr/>
    </dgm:pt>
    <dgm:pt modelId="{DD660919-34DC-428E-B72D-B267263443D7}" type="pres">
      <dgm:prSet presAssocID="{071A6905-D8B9-480C-B99E-3ACD5B1ACB61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B99362F1-6013-4392-8212-512DD317A8F1}" type="pres">
      <dgm:prSet presAssocID="{071A6905-D8B9-480C-B99E-3ACD5B1ACB61}" presName="wedge6" presStyleLbl="node1" presStyleIdx="5" presStyleCnt="7" custScaleX="108472"/>
      <dgm:spPr/>
    </dgm:pt>
    <dgm:pt modelId="{96A47896-9C89-4F40-9F65-54A139D2FB4E}" type="pres">
      <dgm:prSet presAssocID="{071A6905-D8B9-480C-B99E-3ACD5B1ACB61}" presName="dummy6a" presStyleCnt="0"/>
      <dgm:spPr/>
    </dgm:pt>
    <dgm:pt modelId="{81DD4ABD-E797-4B5C-A4E6-36EA46DB2E65}" type="pres">
      <dgm:prSet presAssocID="{071A6905-D8B9-480C-B99E-3ACD5B1ACB61}" presName="dummy6b" presStyleCnt="0"/>
      <dgm:spPr/>
    </dgm:pt>
    <dgm:pt modelId="{FA44DF6C-2A72-425C-9E71-8D6C03EE0228}" type="pres">
      <dgm:prSet presAssocID="{071A6905-D8B9-480C-B99E-3ACD5B1ACB61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95BF5CE8-8C1C-4541-BB7D-3F1487318FAF}" type="pres">
      <dgm:prSet presAssocID="{071A6905-D8B9-480C-B99E-3ACD5B1ACB61}" presName="wedge7" presStyleLbl="node1" presStyleIdx="6" presStyleCnt="7"/>
      <dgm:spPr/>
    </dgm:pt>
    <dgm:pt modelId="{0AE1A910-457F-40E9-A6BD-02883A897F13}" type="pres">
      <dgm:prSet presAssocID="{071A6905-D8B9-480C-B99E-3ACD5B1ACB61}" presName="dummy7a" presStyleCnt="0"/>
      <dgm:spPr/>
    </dgm:pt>
    <dgm:pt modelId="{9C60A5EB-9D6B-4D67-9886-74A21C4F1003}" type="pres">
      <dgm:prSet presAssocID="{071A6905-D8B9-480C-B99E-3ACD5B1ACB61}" presName="dummy7b" presStyleCnt="0"/>
      <dgm:spPr/>
    </dgm:pt>
    <dgm:pt modelId="{CCECEC1F-02C5-4259-B0C1-D0DFAB20DFA2}" type="pres">
      <dgm:prSet presAssocID="{071A6905-D8B9-480C-B99E-3ACD5B1ACB61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16F4BE21-259E-4C02-B882-EF22CA0A8819}" type="pres">
      <dgm:prSet presAssocID="{A10E75D1-D367-4EBA-B647-85160B8CB564}" presName="arrowWedge1" presStyleLbl="fgSibTrans2D1" presStyleIdx="0" presStyleCnt="7"/>
      <dgm:spPr/>
    </dgm:pt>
    <dgm:pt modelId="{F4317EA4-04D4-4286-AB17-9035D221DAC0}" type="pres">
      <dgm:prSet presAssocID="{7499014A-F07D-4E1B-A196-4DA3BC2DB4D3}" presName="arrowWedge2" presStyleLbl="fgSibTrans2D1" presStyleIdx="1" presStyleCnt="7"/>
      <dgm:spPr/>
    </dgm:pt>
    <dgm:pt modelId="{76F15F07-0389-4ABB-8340-88609F43635A}" type="pres">
      <dgm:prSet presAssocID="{4B51607C-351B-477B-A082-E9BA5EAF4DBF}" presName="arrowWedge3" presStyleLbl="fgSibTrans2D1" presStyleIdx="2" presStyleCnt="7"/>
      <dgm:spPr/>
    </dgm:pt>
    <dgm:pt modelId="{50BB2FB3-3D36-4667-8A57-FA011DAE6268}" type="pres">
      <dgm:prSet presAssocID="{A3072D33-B199-4115-9D31-D3EFCC6DABF6}" presName="arrowWedge4" presStyleLbl="fgSibTrans2D1" presStyleIdx="3" presStyleCnt="7"/>
      <dgm:spPr/>
    </dgm:pt>
    <dgm:pt modelId="{2DB4C7C2-FF5A-4718-8839-B662C1E6FF6E}" type="pres">
      <dgm:prSet presAssocID="{C620F900-C9F8-4612-BB2D-AEC20F4EF985}" presName="arrowWedge5" presStyleLbl="fgSibTrans2D1" presStyleIdx="4" presStyleCnt="7"/>
      <dgm:spPr/>
    </dgm:pt>
    <dgm:pt modelId="{9FACF09C-6A9C-4B84-915A-093A781429A1}" type="pres">
      <dgm:prSet presAssocID="{0696DD73-2ACC-4A14-AF86-6D2E8F6C5B6C}" presName="arrowWedge6" presStyleLbl="fgSibTrans2D1" presStyleIdx="5" presStyleCnt="7"/>
      <dgm:spPr/>
    </dgm:pt>
    <dgm:pt modelId="{84444E00-9EA7-4C0E-B5DB-55CDF4EEE130}" type="pres">
      <dgm:prSet presAssocID="{76E3EEFD-479E-4443-924A-F762AC828471}" presName="arrowWedge7" presStyleLbl="fgSibTrans2D1" presStyleIdx="6" presStyleCnt="7"/>
      <dgm:spPr/>
    </dgm:pt>
  </dgm:ptLst>
  <dgm:cxnLst>
    <dgm:cxn modelId="{B2162410-CA66-40BF-93DD-3D1CB632FC3E}" type="presOf" srcId="{EDB3CC44-1B10-4F9B-8242-026E40865FA9}" destId="{7035A021-FCAE-4242-BA13-2CA5B4A96D47}" srcOrd="0" destOrd="0" presId="urn:microsoft.com/office/officeart/2005/8/layout/cycle8"/>
    <dgm:cxn modelId="{FAF18224-18C2-4F0A-810F-C5E694597043}" type="presOf" srcId="{FFD0A3D9-BC31-4F8F-821F-0E9B3D34EFA6}" destId="{CCECEC1F-02C5-4259-B0C1-D0DFAB20DFA2}" srcOrd="1" destOrd="0" presId="urn:microsoft.com/office/officeart/2005/8/layout/cycle8"/>
    <dgm:cxn modelId="{3FC8532A-1020-4312-AF99-AE31DFA854B1}" srcId="{071A6905-D8B9-480C-B99E-3ACD5B1ACB61}" destId="{1D4F1418-86B9-416A-AA1A-EF2A6B78D755}" srcOrd="0" destOrd="0" parTransId="{773DB480-447D-4313-BE13-B2AC6A284B00}" sibTransId="{A10E75D1-D367-4EBA-B647-85160B8CB564}"/>
    <dgm:cxn modelId="{7330E237-E50B-4337-9B5E-A8365A85DDB8}" srcId="{071A6905-D8B9-480C-B99E-3ACD5B1ACB61}" destId="{879BBB0A-5C88-48EF-A4D3-85FA5A130220}" srcOrd="4" destOrd="0" parTransId="{71DAA14A-AE47-4E61-94A6-FB657FF800F2}" sibTransId="{C620F900-C9F8-4612-BB2D-AEC20F4EF985}"/>
    <dgm:cxn modelId="{44B86B38-596D-49D3-8089-BEACD63D3E1F}" srcId="{071A6905-D8B9-480C-B99E-3ACD5B1ACB61}" destId="{933D1488-348B-437B-994A-2EF76EE05EB5}" srcOrd="1" destOrd="0" parTransId="{11DEFA67-023E-4F19-8045-2290EBC95A52}" sibTransId="{7499014A-F07D-4E1B-A196-4DA3BC2DB4D3}"/>
    <dgm:cxn modelId="{3367BF5E-15AF-43EB-AC0A-451A9661F80D}" type="presOf" srcId="{071A6905-D8B9-480C-B99E-3ACD5B1ACB61}" destId="{1D4E08E2-FC1B-46DD-BD33-A4F33BB784F3}" srcOrd="0" destOrd="0" presId="urn:microsoft.com/office/officeart/2005/8/layout/cycle8"/>
    <dgm:cxn modelId="{13D9EB65-8AC0-4AC2-BD3A-E7A0277125EC}" type="presOf" srcId="{879BBB0A-5C88-48EF-A4D3-85FA5A130220}" destId="{C4DEC9FB-537B-4321-AB42-A4EC58E66EE9}" srcOrd="0" destOrd="0" presId="urn:microsoft.com/office/officeart/2005/8/layout/cycle8"/>
    <dgm:cxn modelId="{730D574A-5249-42C5-B5B1-86EBD629BCDA}" type="presOf" srcId="{879BBB0A-5C88-48EF-A4D3-85FA5A130220}" destId="{DD660919-34DC-428E-B72D-B267263443D7}" srcOrd="1" destOrd="0" presId="urn:microsoft.com/office/officeart/2005/8/layout/cycle8"/>
    <dgm:cxn modelId="{B8AD0273-1577-4DDD-B5DB-E8D24256DC07}" type="presOf" srcId="{FFD0A3D9-BC31-4F8F-821F-0E9B3D34EFA6}" destId="{95BF5CE8-8C1C-4541-BB7D-3F1487318FAF}" srcOrd="0" destOrd="0" presId="urn:microsoft.com/office/officeart/2005/8/layout/cycle8"/>
    <dgm:cxn modelId="{FA46C07B-6B20-4B5A-A65F-508934F25612}" type="presOf" srcId="{EDB3CC44-1B10-4F9B-8242-026E40865FA9}" destId="{EE574F22-DF0E-43B0-B187-96666EA066CA}" srcOrd="1" destOrd="0" presId="urn:microsoft.com/office/officeart/2005/8/layout/cycle8"/>
    <dgm:cxn modelId="{F6A0A481-4C2D-4464-B8C6-987D6FC78BBC}" type="presOf" srcId="{933D1488-348B-437B-994A-2EF76EE05EB5}" destId="{2B1DD75E-89BF-4DEB-AD46-4B82E4235A63}" srcOrd="0" destOrd="0" presId="urn:microsoft.com/office/officeart/2005/8/layout/cycle8"/>
    <dgm:cxn modelId="{66637995-1BCA-4833-A55F-C998339F1563}" srcId="{071A6905-D8B9-480C-B99E-3ACD5B1ACB61}" destId="{F8833357-6EEF-4F66-A002-9BB3E5B52677}" srcOrd="5" destOrd="0" parTransId="{0479A8A3-59C8-48B9-990D-8CF9B0DE9DD5}" sibTransId="{0696DD73-2ACC-4A14-AF86-6D2E8F6C5B6C}"/>
    <dgm:cxn modelId="{97FC8095-F089-4492-8614-6E246841C5AF}" type="presOf" srcId="{F8833357-6EEF-4F66-A002-9BB3E5B52677}" destId="{B99362F1-6013-4392-8212-512DD317A8F1}" srcOrd="0" destOrd="0" presId="urn:microsoft.com/office/officeart/2005/8/layout/cycle8"/>
    <dgm:cxn modelId="{39916A96-8C4F-45A7-8BF6-C936E924BD20}" type="presOf" srcId="{310FB96D-D4B7-406F-AD9D-B245890207E0}" destId="{FC32C0D6-246A-4907-BD89-8750B49E4F04}" srcOrd="1" destOrd="0" presId="urn:microsoft.com/office/officeart/2005/8/layout/cycle8"/>
    <dgm:cxn modelId="{E2CBF6A8-1BF2-4799-9488-798194AB44C9}" type="presOf" srcId="{1D4F1418-86B9-416A-AA1A-EF2A6B78D755}" destId="{7C438E69-3056-4EA1-9EA8-5B8042C90A41}" srcOrd="1" destOrd="0" presId="urn:microsoft.com/office/officeart/2005/8/layout/cycle8"/>
    <dgm:cxn modelId="{87C6B9AA-1295-4F0D-9BE1-7A9A155A0D8A}" srcId="{071A6905-D8B9-480C-B99E-3ACD5B1ACB61}" destId="{310FB96D-D4B7-406F-AD9D-B245890207E0}" srcOrd="3" destOrd="0" parTransId="{84AA3E73-3735-4887-AC88-DC473EA49CF8}" sibTransId="{A3072D33-B199-4115-9D31-D3EFCC6DABF6}"/>
    <dgm:cxn modelId="{25F462C8-04DD-4948-BE05-9BB9FF69E1BC}" type="presOf" srcId="{F8833357-6EEF-4F66-A002-9BB3E5B52677}" destId="{FA44DF6C-2A72-425C-9E71-8D6C03EE0228}" srcOrd="1" destOrd="0" presId="urn:microsoft.com/office/officeart/2005/8/layout/cycle8"/>
    <dgm:cxn modelId="{244C9FD1-0B42-4893-A78A-48AE8D6A13B3}" srcId="{071A6905-D8B9-480C-B99E-3ACD5B1ACB61}" destId="{FFD0A3D9-BC31-4F8F-821F-0E9B3D34EFA6}" srcOrd="6" destOrd="0" parTransId="{79C55396-60B1-456B-993D-92F2E1C4E331}" sibTransId="{76E3EEFD-479E-4443-924A-F762AC828471}"/>
    <dgm:cxn modelId="{8DBB42D4-B7A3-4AF0-9BA6-689918076947}" srcId="{071A6905-D8B9-480C-B99E-3ACD5B1ACB61}" destId="{EDB3CC44-1B10-4F9B-8242-026E40865FA9}" srcOrd="2" destOrd="0" parTransId="{A44F04DF-BC6C-46FC-9070-1E1239E623C9}" sibTransId="{4B51607C-351B-477B-A082-E9BA5EAF4DBF}"/>
    <dgm:cxn modelId="{0CA4F9EC-0D27-49F5-BB37-AB572740B4B0}" type="presOf" srcId="{933D1488-348B-437B-994A-2EF76EE05EB5}" destId="{77460E77-4D3E-45BF-B4DE-23B3B698F967}" srcOrd="1" destOrd="0" presId="urn:microsoft.com/office/officeart/2005/8/layout/cycle8"/>
    <dgm:cxn modelId="{35220EF5-BE15-48D5-B11E-713AA372F560}" type="presOf" srcId="{1D4F1418-86B9-416A-AA1A-EF2A6B78D755}" destId="{0EE93058-7234-4455-B3D0-A0F6660DDEF1}" srcOrd="0" destOrd="0" presId="urn:microsoft.com/office/officeart/2005/8/layout/cycle8"/>
    <dgm:cxn modelId="{00D539FA-2434-4249-B8ED-455228103724}" type="presOf" srcId="{310FB96D-D4B7-406F-AD9D-B245890207E0}" destId="{F7D39966-C5FC-49E9-96C2-ED9E42416DDD}" srcOrd="0" destOrd="0" presId="urn:microsoft.com/office/officeart/2005/8/layout/cycle8"/>
    <dgm:cxn modelId="{ABF2E8E6-A122-4CDB-83C1-9C5E4DA279F2}" type="presParOf" srcId="{1D4E08E2-FC1B-46DD-BD33-A4F33BB784F3}" destId="{0EE93058-7234-4455-B3D0-A0F6660DDEF1}" srcOrd="0" destOrd="0" presId="urn:microsoft.com/office/officeart/2005/8/layout/cycle8"/>
    <dgm:cxn modelId="{E9D3FC04-5C11-435D-AE71-21646AC4169A}" type="presParOf" srcId="{1D4E08E2-FC1B-46DD-BD33-A4F33BB784F3}" destId="{F1830EFA-15F1-443A-847C-8770860A4C57}" srcOrd="1" destOrd="0" presId="urn:microsoft.com/office/officeart/2005/8/layout/cycle8"/>
    <dgm:cxn modelId="{94C1FB92-BDAE-476D-BBAC-7F6D9326CCFE}" type="presParOf" srcId="{1D4E08E2-FC1B-46DD-BD33-A4F33BB784F3}" destId="{DF12C1FC-C79A-47CE-B47E-18BE8C91BD1D}" srcOrd="2" destOrd="0" presId="urn:microsoft.com/office/officeart/2005/8/layout/cycle8"/>
    <dgm:cxn modelId="{3F5B8EDB-7535-4DE4-BDF9-B4F5ADA9C936}" type="presParOf" srcId="{1D4E08E2-FC1B-46DD-BD33-A4F33BB784F3}" destId="{7C438E69-3056-4EA1-9EA8-5B8042C90A41}" srcOrd="3" destOrd="0" presId="urn:microsoft.com/office/officeart/2005/8/layout/cycle8"/>
    <dgm:cxn modelId="{430C7D18-455A-402C-8A25-71BFE1325390}" type="presParOf" srcId="{1D4E08E2-FC1B-46DD-BD33-A4F33BB784F3}" destId="{2B1DD75E-89BF-4DEB-AD46-4B82E4235A63}" srcOrd="4" destOrd="0" presId="urn:microsoft.com/office/officeart/2005/8/layout/cycle8"/>
    <dgm:cxn modelId="{343A4ADD-B45B-4A72-B0CD-8B193A1D9975}" type="presParOf" srcId="{1D4E08E2-FC1B-46DD-BD33-A4F33BB784F3}" destId="{A33D4657-E77F-4EA8-AC25-1769EB06CD39}" srcOrd="5" destOrd="0" presId="urn:microsoft.com/office/officeart/2005/8/layout/cycle8"/>
    <dgm:cxn modelId="{A7F78DFF-F275-43CF-A689-5F316AFCF43B}" type="presParOf" srcId="{1D4E08E2-FC1B-46DD-BD33-A4F33BB784F3}" destId="{8473790E-DBEB-475F-82C3-4063F23E72BE}" srcOrd="6" destOrd="0" presId="urn:microsoft.com/office/officeart/2005/8/layout/cycle8"/>
    <dgm:cxn modelId="{9173CF95-DABD-4C8A-9690-764B79AF8696}" type="presParOf" srcId="{1D4E08E2-FC1B-46DD-BD33-A4F33BB784F3}" destId="{77460E77-4D3E-45BF-B4DE-23B3B698F967}" srcOrd="7" destOrd="0" presId="urn:microsoft.com/office/officeart/2005/8/layout/cycle8"/>
    <dgm:cxn modelId="{DEB7665F-F1A2-4C36-8E39-FA6C668F2423}" type="presParOf" srcId="{1D4E08E2-FC1B-46DD-BD33-A4F33BB784F3}" destId="{7035A021-FCAE-4242-BA13-2CA5B4A96D47}" srcOrd="8" destOrd="0" presId="urn:microsoft.com/office/officeart/2005/8/layout/cycle8"/>
    <dgm:cxn modelId="{379CE030-6630-46DA-8B03-DD5448548928}" type="presParOf" srcId="{1D4E08E2-FC1B-46DD-BD33-A4F33BB784F3}" destId="{CD4C9EA4-5A19-4597-9B49-9E6AD47B8E9F}" srcOrd="9" destOrd="0" presId="urn:microsoft.com/office/officeart/2005/8/layout/cycle8"/>
    <dgm:cxn modelId="{3FD4A7B9-EF88-4CD4-A536-8ECBCBE4CC73}" type="presParOf" srcId="{1D4E08E2-FC1B-46DD-BD33-A4F33BB784F3}" destId="{DDF4D3F5-76B1-4DCD-A502-D1F32A0FA405}" srcOrd="10" destOrd="0" presId="urn:microsoft.com/office/officeart/2005/8/layout/cycle8"/>
    <dgm:cxn modelId="{B55C5863-5BD9-4E67-8DB0-CFE0774F8848}" type="presParOf" srcId="{1D4E08E2-FC1B-46DD-BD33-A4F33BB784F3}" destId="{EE574F22-DF0E-43B0-B187-96666EA066CA}" srcOrd="11" destOrd="0" presId="urn:microsoft.com/office/officeart/2005/8/layout/cycle8"/>
    <dgm:cxn modelId="{5EBFDF0F-9FD5-40A0-ADCD-993684D17DD0}" type="presParOf" srcId="{1D4E08E2-FC1B-46DD-BD33-A4F33BB784F3}" destId="{F7D39966-C5FC-49E9-96C2-ED9E42416DDD}" srcOrd="12" destOrd="0" presId="urn:microsoft.com/office/officeart/2005/8/layout/cycle8"/>
    <dgm:cxn modelId="{954E63A0-7490-4E42-8EDA-0EA91919E77D}" type="presParOf" srcId="{1D4E08E2-FC1B-46DD-BD33-A4F33BB784F3}" destId="{9764BCD4-3999-455B-BC25-334605743C52}" srcOrd="13" destOrd="0" presId="urn:microsoft.com/office/officeart/2005/8/layout/cycle8"/>
    <dgm:cxn modelId="{08D730FC-3F1C-4AD4-9815-518769332D4E}" type="presParOf" srcId="{1D4E08E2-FC1B-46DD-BD33-A4F33BB784F3}" destId="{3A04317C-774A-45D3-A177-030BB1F08BAA}" srcOrd="14" destOrd="0" presId="urn:microsoft.com/office/officeart/2005/8/layout/cycle8"/>
    <dgm:cxn modelId="{DEA9B7F2-CCEF-4FA7-A17B-5A5BBDBFB90B}" type="presParOf" srcId="{1D4E08E2-FC1B-46DD-BD33-A4F33BB784F3}" destId="{FC32C0D6-246A-4907-BD89-8750B49E4F04}" srcOrd="15" destOrd="0" presId="urn:microsoft.com/office/officeart/2005/8/layout/cycle8"/>
    <dgm:cxn modelId="{6897C69E-ED1C-4D19-8781-F95FC724E80D}" type="presParOf" srcId="{1D4E08E2-FC1B-46DD-BD33-A4F33BB784F3}" destId="{C4DEC9FB-537B-4321-AB42-A4EC58E66EE9}" srcOrd="16" destOrd="0" presId="urn:microsoft.com/office/officeart/2005/8/layout/cycle8"/>
    <dgm:cxn modelId="{43C7519D-7558-489B-BCE6-17011473CB5C}" type="presParOf" srcId="{1D4E08E2-FC1B-46DD-BD33-A4F33BB784F3}" destId="{ADAEE730-3797-4F90-A12E-ADC65F4E5EA1}" srcOrd="17" destOrd="0" presId="urn:microsoft.com/office/officeart/2005/8/layout/cycle8"/>
    <dgm:cxn modelId="{C7F0364B-CCCB-4EA4-B642-57B6FEC0A676}" type="presParOf" srcId="{1D4E08E2-FC1B-46DD-BD33-A4F33BB784F3}" destId="{5A648ADD-C470-4CD9-B2E1-7EA3306B401F}" srcOrd="18" destOrd="0" presId="urn:microsoft.com/office/officeart/2005/8/layout/cycle8"/>
    <dgm:cxn modelId="{7F07D112-652C-4260-954C-03AC5CB1644D}" type="presParOf" srcId="{1D4E08E2-FC1B-46DD-BD33-A4F33BB784F3}" destId="{DD660919-34DC-428E-B72D-B267263443D7}" srcOrd="19" destOrd="0" presId="urn:microsoft.com/office/officeart/2005/8/layout/cycle8"/>
    <dgm:cxn modelId="{70933C2E-AE1E-42DD-8AF5-52105972CBD9}" type="presParOf" srcId="{1D4E08E2-FC1B-46DD-BD33-A4F33BB784F3}" destId="{B99362F1-6013-4392-8212-512DD317A8F1}" srcOrd="20" destOrd="0" presId="urn:microsoft.com/office/officeart/2005/8/layout/cycle8"/>
    <dgm:cxn modelId="{3CD84C9F-5109-4C3E-B99B-3A96642853A5}" type="presParOf" srcId="{1D4E08E2-FC1B-46DD-BD33-A4F33BB784F3}" destId="{96A47896-9C89-4F40-9F65-54A139D2FB4E}" srcOrd="21" destOrd="0" presId="urn:microsoft.com/office/officeart/2005/8/layout/cycle8"/>
    <dgm:cxn modelId="{9A95A1A0-07DF-4738-B5C2-61BC0D354DB6}" type="presParOf" srcId="{1D4E08E2-FC1B-46DD-BD33-A4F33BB784F3}" destId="{81DD4ABD-E797-4B5C-A4E6-36EA46DB2E65}" srcOrd="22" destOrd="0" presId="urn:microsoft.com/office/officeart/2005/8/layout/cycle8"/>
    <dgm:cxn modelId="{57D17C06-25DA-4E2D-9B50-16C8FE6DB7CB}" type="presParOf" srcId="{1D4E08E2-FC1B-46DD-BD33-A4F33BB784F3}" destId="{FA44DF6C-2A72-425C-9E71-8D6C03EE0228}" srcOrd="23" destOrd="0" presId="urn:microsoft.com/office/officeart/2005/8/layout/cycle8"/>
    <dgm:cxn modelId="{6C7F6FCD-807C-4FAF-8F4D-A0EAB6849F37}" type="presParOf" srcId="{1D4E08E2-FC1B-46DD-BD33-A4F33BB784F3}" destId="{95BF5CE8-8C1C-4541-BB7D-3F1487318FAF}" srcOrd="24" destOrd="0" presId="urn:microsoft.com/office/officeart/2005/8/layout/cycle8"/>
    <dgm:cxn modelId="{F5595423-1E22-4027-8E9B-4EE97DE49771}" type="presParOf" srcId="{1D4E08E2-FC1B-46DD-BD33-A4F33BB784F3}" destId="{0AE1A910-457F-40E9-A6BD-02883A897F13}" srcOrd="25" destOrd="0" presId="urn:microsoft.com/office/officeart/2005/8/layout/cycle8"/>
    <dgm:cxn modelId="{3A051E79-88C9-4406-98F0-68B7D7E60F86}" type="presParOf" srcId="{1D4E08E2-FC1B-46DD-BD33-A4F33BB784F3}" destId="{9C60A5EB-9D6B-4D67-9886-74A21C4F1003}" srcOrd="26" destOrd="0" presId="urn:microsoft.com/office/officeart/2005/8/layout/cycle8"/>
    <dgm:cxn modelId="{F840562D-91BA-4F64-863E-CDE368BB480C}" type="presParOf" srcId="{1D4E08E2-FC1B-46DD-BD33-A4F33BB784F3}" destId="{CCECEC1F-02C5-4259-B0C1-D0DFAB20DFA2}" srcOrd="27" destOrd="0" presId="urn:microsoft.com/office/officeart/2005/8/layout/cycle8"/>
    <dgm:cxn modelId="{D7093480-B07D-4BA2-B924-A77282FAFF8D}" type="presParOf" srcId="{1D4E08E2-FC1B-46DD-BD33-A4F33BB784F3}" destId="{16F4BE21-259E-4C02-B882-EF22CA0A8819}" srcOrd="28" destOrd="0" presId="urn:microsoft.com/office/officeart/2005/8/layout/cycle8"/>
    <dgm:cxn modelId="{45723617-B99D-438A-BE51-A6D6B721ED29}" type="presParOf" srcId="{1D4E08E2-FC1B-46DD-BD33-A4F33BB784F3}" destId="{F4317EA4-04D4-4286-AB17-9035D221DAC0}" srcOrd="29" destOrd="0" presId="urn:microsoft.com/office/officeart/2005/8/layout/cycle8"/>
    <dgm:cxn modelId="{7907B1C9-B09C-4796-B2D1-C29D4DDDEC84}" type="presParOf" srcId="{1D4E08E2-FC1B-46DD-BD33-A4F33BB784F3}" destId="{76F15F07-0389-4ABB-8340-88609F43635A}" srcOrd="30" destOrd="0" presId="urn:microsoft.com/office/officeart/2005/8/layout/cycle8"/>
    <dgm:cxn modelId="{BF63E24F-BE9B-4A95-AA3F-6F6844C3D8ED}" type="presParOf" srcId="{1D4E08E2-FC1B-46DD-BD33-A4F33BB784F3}" destId="{50BB2FB3-3D36-4667-8A57-FA011DAE6268}" srcOrd="31" destOrd="0" presId="urn:microsoft.com/office/officeart/2005/8/layout/cycle8"/>
    <dgm:cxn modelId="{838384A6-5970-4768-B025-E379552133A3}" type="presParOf" srcId="{1D4E08E2-FC1B-46DD-BD33-A4F33BB784F3}" destId="{2DB4C7C2-FF5A-4718-8839-B662C1E6FF6E}" srcOrd="32" destOrd="0" presId="urn:microsoft.com/office/officeart/2005/8/layout/cycle8"/>
    <dgm:cxn modelId="{283E26E5-0051-4737-807F-AD6E2C06FC73}" type="presParOf" srcId="{1D4E08E2-FC1B-46DD-BD33-A4F33BB784F3}" destId="{9FACF09C-6A9C-4B84-915A-093A781429A1}" srcOrd="33" destOrd="0" presId="urn:microsoft.com/office/officeart/2005/8/layout/cycle8"/>
    <dgm:cxn modelId="{6AC80708-350E-4012-AB5E-8E844E0ED824}" type="presParOf" srcId="{1D4E08E2-FC1B-46DD-BD33-A4F33BB784F3}" destId="{84444E00-9EA7-4C0E-B5DB-55CDF4EEE130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F2FF84-E8C4-47BC-B8AA-CDB940C6C8F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6F2BD2-2790-4CF2-92DE-2E8FC0A54D08}">
      <dgm:prSet/>
      <dgm:spPr/>
      <dgm:t>
        <a:bodyPr/>
        <a:lstStyle/>
        <a:p>
          <a:r>
            <a:rPr lang="en-US"/>
            <a:t>• Outputs:</a:t>
          </a:r>
        </a:p>
      </dgm:t>
    </dgm:pt>
    <dgm:pt modelId="{F8605462-852E-4725-84B2-30DD51C08F6A}" type="parTrans" cxnId="{8F50FE84-8FEE-455D-8AB3-5B4477056C09}">
      <dgm:prSet/>
      <dgm:spPr/>
      <dgm:t>
        <a:bodyPr/>
        <a:lstStyle/>
        <a:p>
          <a:endParaRPr lang="en-US"/>
        </a:p>
      </dgm:t>
    </dgm:pt>
    <dgm:pt modelId="{FC2745DE-039F-4C9B-9DD7-6E59C549E7A6}" type="sibTrans" cxnId="{8F50FE84-8FEE-455D-8AB3-5B4477056C09}">
      <dgm:prSet/>
      <dgm:spPr/>
      <dgm:t>
        <a:bodyPr/>
        <a:lstStyle/>
        <a:p>
          <a:endParaRPr lang="en-US"/>
        </a:p>
      </dgm:t>
    </dgm:pt>
    <dgm:pt modelId="{F4181997-05E9-4CB9-BBB7-D456BFD226C3}">
      <dgm:prSet/>
      <dgm:spPr/>
      <dgm:t>
        <a:bodyPr/>
        <a:lstStyle/>
        <a:p>
          <a:r>
            <a:rPr lang="en-US"/>
            <a:t>- Predicted Systolic &amp; Diastolic BP</a:t>
          </a:r>
        </a:p>
      </dgm:t>
    </dgm:pt>
    <dgm:pt modelId="{C7DF447F-19FE-4BF0-BBAE-B962549E8FE4}" type="parTrans" cxnId="{898AE780-7D50-451D-801D-2516A46F9E90}">
      <dgm:prSet/>
      <dgm:spPr/>
      <dgm:t>
        <a:bodyPr/>
        <a:lstStyle/>
        <a:p>
          <a:endParaRPr lang="en-US"/>
        </a:p>
      </dgm:t>
    </dgm:pt>
    <dgm:pt modelId="{4D7C07FE-DE30-4EE8-AB0C-1C764D07A9AA}" type="sibTrans" cxnId="{898AE780-7D50-451D-801D-2516A46F9E90}">
      <dgm:prSet/>
      <dgm:spPr/>
      <dgm:t>
        <a:bodyPr/>
        <a:lstStyle/>
        <a:p>
          <a:endParaRPr lang="en-US"/>
        </a:p>
      </dgm:t>
    </dgm:pt>
    <dgm:pt modelId="{AE2946E3-D311-419A-A5FA-636CDE08FE2D}">
      <dgm:prSet/>
      <dgm:spPr/>
      <dgm:t>
        <a:bodyPr/>
        <a:lstStyle/>
        <a:p>
          <a:r>
            <a:rPr lang="en-US"/>
            <a:t>- Hypertension Risk Category</a:t>
          </a:r>
        </a:p>
      </dgm:t>
    </dgm:pt>
    <dgm:pt modelId="{BCA9AC50-B988-4B00-B2EE-67BF55D2296D}" type="parTrans" cxnId="{CB0E0EAD-93E3-4EBC-A03D-712ABACC059D}">
      <dgm:prSet/>
      <dgm:spPr/>
      <dgm:t>
        <a:bodyPr/>
        <a:lstStyle/>
        <a:p>
          <a:endParaRPr lang="en-US"/>
        </a:p>
      </dgm:t>
    </dgm:pt>
    <dgm:pt modelId="{C59F2B0C-557B-4A9F-A641-1FE9770814A3}" type="sibTrans" cxnId="{CB0E0EAD-93E3-4EBC-A03D-712ABACC059D}">
      <dgm:prSet/>
      <dgm:spPr/>
      <dgm:t>
        <a:bodyPr/>
        <a:lstStyle/>
        <a:p>
          <a:endParaRPr lang="en-US"/>
        </a:p>
      </dgm:t>
    </dgm:pt>
    <dgm:pt modelId="{FFE3A08C-19CB-48F0-AD56-D55C435FA8C8}" type="pres">
      <dgm:prSet presAssocID="{ECF2FF84-E8C4-47BC-B8AA-CDB940C6C8F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638EB5-5485-4BBA-8B22-1AD93F3767DF}" type="pres">
      <dgm:prSet presAssocID="{6F6F2BD2-2790-4CF2-92DE-2E8FC0A54D08}" presName="hierRoot1" presStyleCnt="0"/>
      <dgm:spPr/>
    </dgm:pt>
    <dgm:pt modelId="{53A13143-187A-432F-BBF5-20FBA24CFCBB}" type="pres">
      <dgm:prSet presAssocID="{6F6F2BD2-2790-4CF2-92DE-2E8FC0A54D08}" presName="composite" presStyleCnt="0"/>
      <dgm:spPr/>
    </dgm:pt>
    <dgm:pt modelId="{E04745C5-9B75-4A89-BAC3-D4354AF1ECD9}" type="pres">
      <dgm:prSet presAssocID="{6F6F2BD2-2790-4CF2-92DE-2E8FC0A54D08}" presName="background" presStyleLbl="node0" presStyleIdx="0" presStyleCnt="3"/>
      <dgm:spPr/>
    </dgm:pt>
    <dgm:pt modelId="{5070C1CD-565A-4F6F-A609-40842EF54744}" type="pres">
      <dgm:prSet presAssocID="{6F6F2BD2-2790-4CF2-92DE-2E8FC0A54D08}" presName="text" presStyleLbl="fgAcc0" presStyleIdx="0" presStyleCnt="3">
        <dgm:presLayoutVars>
          <dgm:chPref val="3"/>
        </dgm:presLayoutVars>
      </dgm:prSet>
      <dgm:spPr/>
    </dgm:pt>
    <dgm:pt modelId="{03AB2A5A-15CF-4930-AF90-EE2902F2BB97}" type="pres">
      <dgm:prSet presAssocID="{6F6F2BD2-2790-4CF2-92DE-2E8FC0A54D08}" presName="hierChild2" presStyleCnt="0"/>
      <dgm:spPr/>
    </dgm:pt>
    <dgm:pt modelId="{07B2D288-3C5E-44DB-B1AC-3F186A775768}" type="pres">
      <dgm:prSet presAssocID="{F4181997-05E9-4CB9-BBB7-D456BFD226C3}" presName="hierRoot1" presStyleCnt="0"/>
      <dgm:spPr/>
    </dgm:pt>
    <dgm:pt modelId="{1CE62BB6-0D22-4760-BD6F-066A3DC3DC86}" type="pres">
      <dgm:prSet presAssocID="{F4181997-05E9-4CB9-BBB7-D456BFD226C3}" presName="composite" presStyleCnt="0"/>
      <dgm:spPr/>
    </dgm:pt>
    <dgm:pt modelId="{FEC997C8-0752-4A4C-9A57-DB85BF3081A2}" type="pres">
      <dgm:prSet presAssocID="{F4181997-05E9-4CB9-BBB7-D456BFD226C3}" presName="background" presStyleLbl="node0" presStyleIdx="1" presStyleCnt="3"/>
      <dgm:spPr/>
    </dgm:pt>
    <dgm:pt modelId="{9703B0AF-BBD2-432F-B50B-290DD8973DEF}" type="pres">
      <dgm:prSet presAssocID="{F4181997-05E9-4CB9-BBB7-D456BFD226C3}" presName="text" presStyleLbl="fgAcc0" presStyleIdx="1" presStyleCnt="3">
        <dgm:presLayoutVars>
          <dgm:chPref val="3"/>
        </dgm:presLayoutVars>
      </dgm:prSet>
      <dgm:spPr/>
    </dgm:pt>
    <dgm:pt modelId="{6E23441E-94A0-418A-BE4D-93D89FA1F02D}" type="pres">
      <dgm:prSet presAssocID="{F4181997-05E9-4CB9-BBB7-D456BFD226C3}" presName="hierChild2" presStyleCnt="0"/>
      <dgm:spPr/>
    </dgm:pt>
    <dgm:pt modelId="{BED28E66-A25D-4AA8-B638-B40A3B25B600}" type="pres">
      <dgm:prSet presAssocID="{AE2946E3-D311-419A-A5FA-636CDE08FE2D}" presName="hierRoot1" presStyleCnt="0"/>
      <dgm:spPr/>
    </dgm:pt>
    <dgm:pt modelId="{8D0DC543-5740-49AC-AD8C-76822572ECF1}" type="pres">
      <dgm:prSet presAssocID="{AE2946E3-D311-419A-A5FA-636CDE08FE2D}" presName="composite" presStyleCnt="0"/>
      <dgm:spPr/>
    </dgm:pt>
    <dgm:pt modelId="{9F982D07-769C-42EE-8861-25883EBE9807}" type="pres">
      <dgm:prSet presAssocID="{AE2946E3-D311-419A-A5FA-636CDE08FE2D}" presName="background" presStyleLbl="node0" presStyleIdx="2" presStyleCnt="3"/>
      <dgm:spPr/>
    </dgm:pt>
    <dgm:pt modelId="{27F93EAE-CFA5-49AA-B401-4C753FF18878}" type="pres">
      <dgm:prSet presAssocID="{AE2946E3-D311-419A-A5FA-636CDE08FE2D}" presName="text" presStyleLbl="fgAcc0" presStyleIdx="2" presStyleCnt="3">
        <dgm:presLayoutVars>
          <dgm:chPref val="3"/>
        </dgm:presLayoutVars>
      </dgm:prSet>
      <dgm:spPr/>
    </dgm:pt>
    <dgm:pt modelId="{2187D6EE-72DB-45F2-886F-A51B08A1C478}" type="pres">
      <dgm:prSet presAssocID="{AE2946E3-D311-419A-A5FA-636CDE08FE2D}" presName="hierChild2" presStyleCnt="0"/>
      <dgm:spPr/>
    </dgm:pt>
  </dgm:ptLst>
  <dgm:cxnLst>
    <dgm:cxn modelId="{BC964155-816B-4779-A822-9A78C7CE2D57}" type="presOf" srcId="{F4181997-05E9-4CB9-BBB7-D456BFD226C3}" destId="{9703B0AF-BBD2-432F-B50B-290DD8973DEF}" srcOrd="0" destOrd="0" presId="urn:microsoft.com/office/officeart/2005/8/layout/hierarchy1"/>
    <dgm:cxn modelId="{898AE780-7D50-451D-801D-2516A46F9E90}" srcId="{ECF2FF84-E8C4-47BC-B8AA-CDB940C6C8F4}" destId="{F4181997-05E9-4CB9-BBB7-D456BFD226C3}" srcOrd="1" destOrd="0" parTransId="{C7DF447F-19FE-4BF0-BBAE-B962549E8FE4}" sibTransId="{4D7C07FE-DE30-4EE8-AB0C-1C764D07A9AA}"/>
    <dgm:cxn modelId="{8F50FE84-8FEE-455D-8AB3-5B4477056C09}" srcId="{ECF2FF84-E8C4-47BC-B8AA-CDB940C6C8F4}" destId="{6F6F2BD2-2790-4CF2-92DE-2E8FC0A54D08}" srcOrd="0" destOrd="0" parTransId="{F8605462-852E-4725-84B2-30DD51C08F6A}" sibTransId="{FC2745DE-039F-4C9B-9DD7-6E59C549E7A6}"/>
    <dgm:cxn modelId="{CB0E0EAD-93E3-4EBC-A03D-712ABACC059D}" srcId="{ECF2FF84-E8C4-47BC-B8AA-CDB940C6C8F4}" destId="{AE2946E3-D311-419A-A5FA-636CDE08FE2D}" srcOrd="2" destOrd="0" parTransId="{BCA9AC50-B988-4B00-B2EE-67BF55D2296D}" sibTransId="{C59F2B0C-557B-4A9F-A641-1FE9770814A3}"/>
    <dgm:cxn modelId="{A8D453AD-1283-4C27-ABB6-CD187D505770}" type="presOf" srcId="{ECF2FF84-E8C4-47BC-B8AA-CDB940C6C8F4}" destId="{FFE3A08C-19CB-48F0-AD56-D55C435FA8C8}" srcOrd="0" destOrd="0" presId="urn:microsoft.com/office/officeart/2005/8/layout/hierarchy1"/>
    <dgm:cxn modelId="{A760D7B0-7AA8-472B-A6EE-D0F853B0DF5B}" type="presOf" srcId="{AE2946E3-D311-419A-A5FA-636CDE08FE2D}" destId="{27F93EAE-CFA5-49AA-B401-4C753FF18878}" srcOrd="0" destOrd="0" presId="urn:microsoft.com/office/officeart/2005/8/layout/hierarchy1"/>
    <dgm:cxn modelId="{1BD5ACFB-D667-4A37-B703-8884FC049F64}" type="presOf" srcId="{6F6F2BD2-2790-4CF2-92DE-2E8FC0A54D08}" destId="{5070C1CD-565A-4F6F-A609-40842EF54744}" srcOrd="0" destOrd="0" presId="urn:microsoft.com/office/officeart/2005/8/layout/hierarchy1"/>
    <dgm:cxn modelId="{55005AE4-ACB7-4888-97AB-E11B277450F5}" type="presParOf" srcId="{FFE3A08C-19CB-48F0-AD56-D55C435FA8C8}" destId="{00638EB5-5485-4BBA-8B22-1AD93F3767DF}" srcOrd="0" destOrd="0" presId="urn:microsoft.com/office/officeart/2005/8/layout/hierarchy1"/>
    <dgm:cxn modelId="{5EEAAC0E-5A22-4E9F-B085-4E6189E42B23}" type="presParOf" srcId="{00638EB5-5485-4BBA-8B22-1AD93F3767DF}" destId="{53A13143-187A-432F-BBF5-20FBA24CFCBB}" srcOrd="0" destOrd="0" presId="urn:microsoft.com/office/officeart/2005/8/layout/hierarchy1"/>
    <dgm:cxn modelId="{4F740208-B9EB-49A4-AE40-1A75CC6B8903}" type="presParOf" srcId="{53A13143-187A-432F-BBF5-20FBA24CFCBB}" destId="{E04745C5-9B75-4A89-BAC3-D4354AF1ECD9}" srcOrd="0" destOrd="0" presId="urn:microsoft.com/office/officeart/2005/8/layout/hierarchy1"/>
    <dgm:cxn modelId="{B115396D-C360-4CAE-A093-88BA4E44D606}" type="presParOf" srcId="{53A13143-187A-432F-BBF5-20FBA24CFCBB}" destId="{5070C1CD-565A-4F6F-A609-40842EF54744}" srcOrd="1" destOrd="0" presId="urn:microsoft.com/office/officeart/2005/8/layout/hierarchy1"/>
    <dgm:cxn modelId="{2604968E-6649-47AF-B4A0-B5AF7A4E9E6E}" type="presParOf" srcId="{00638EB5-5485-4BBA-8B22-1AD93F3767DF}" destId="{03AB2A5A-15CF-4930-AF90-EE2902F2BB97}" srcOrd="1" destOrd="0" presId="urn:microsoft.com/office/officeart/2005/8/layout/hierarchy1"/>
    <dgm:cxn modelId="{655CC638-15DC-4465-8841-807432762C36}" type="presParOf" srcId="{FFE3A08C-19CB-48F0-AD56-D55C435FA8C8}" destId="{07B2D288-3C5E-44DB-B1AC-3F186A775768}" srcOrd="1" destOrd="0" presId="urn:microsoft.com/office/officeart/2005/8/layout/hierarchy1"/>
    <dgm:cxn modelId="{5ADBF4CE-6BEA-4561-9481-EC0D37E45536}" type="presParOf" srcId="{07B2D288-3C5E-44DB-B1AC-3F186A775768}" destId="{1CE62BB6-0D22-4760-BD6F-066A3DC3DC86}" srcOrd="0" destOrd="0" presId="urn:microsoft.com/office/officeart/2005/8/layout/hierarchy1"/>
    <dgm:cxn modelId="{478CD739-DDDE-45EA-8856-B8D1FF5EBE69}" type="presParOf" srcId="{1CE62BB6-0D22-4760-BD6F-066A3DC3DC86}" destId="{FEC997C8-0752-4A4C-9A57-DB85BF3081A2}" srcOrd="0" destOrd="0" presId="urn:microsoft.com/office/officeart/2005/8/layout/hierarchy1"/>
    <dgm:cxn modelId="{DF7E5EFD-99B7-41EB-8560-6B242C0F24F3}" type="presParOf" srcId="{1CE62BB6-0D22-4760-BD6F-066A3DC3DC86}" destId="{9703B0AF-BBD2-432F-B50B-290DD8973DEF}" srcOrd="1" destOrd="0" presId="urn:microsoft.com/office/officeart/2005/8/layout/hierarchy1"/>
    <dgm:cxn modelId="{AAB64383-3ED2-40A3-929E-5D7173B5A92A}" type="presParOf" srcId="{07B2D288-3C5E-44DB-B1AC-3F186A775768}" destId="{6E23441E-94A0-418A-BE4D-93D89FA1F02D}" srcOrd="1" destOrd="0" presId="urn:microsoft.com/office/officeart/2005/8/layout/hierarchy1"/>
    <dgm:cxn modelId="{4C8B7E0C-60F9-4E78-8285-4920F16797A9}" type="presParOf" srcId="{FFE3A08C-19CB-48F0-AD56-D55C435FA8C8}" destId="{BED28E66-A25D-4AA8-B638-B40A3B25B600}" srcOrd="2" destOrd="0" presId="urn:microsoft.com/office/officeart/2005/8/layout/hierarchy1"/>
    <dgm:cxn modelId="{A44F050F-ECDB-4230-8207-93F6FEFBFABD}" type="presParOf" srcId="{BED28E66-A25D-4AA8-B638-B40A3B25B600}" destId="{8D0DC543-5740-49AC-AD8C-76822572ECF1}" srcOrd="0" destOrd="0" presId="urn:microsoft.com/office/officeart/2005/8/layout/hierarchy1"/>
    <dgm:cxn modelId="{4756C0B3-83DD-4E1F-87CE-D08366042C6D}" type="presParOf" srcId="{8D0DC543-5740-49AC-AD8C-76822572ECF1}" destId="{9F982D07-769C-42EE-8861-25883EBE9807}" srcOrd="0" destOrd="0" presId="urn:microsoft.com/office/officeart/2005/8/layout/hierarchy1"/>
    <dgm:cxn modelId="{7DDD43D3-49E2-412D-BC9D-AF47AC5009BC}" type="presParOf" srcId="{8D0DC543-5740-49AC-AD8C-76822572ECF1}" destId="{27F93EAE-CFA5-49AA-B401-4C753FF18878}" srcOrd="1" destOrd="0" presId="urn:microsoft.com/office/officeart/2005/8/layout/hierarchy1"/>
    <dgm:cxn modelId="{C5813565-C2E3-4601-BD0B-B6639A5E36CC}" type="presParOf" srcId="{BED28E66-A25D-4AA8-B638-B40A3B25B600}" destId="{2187D6EE-72DB-45F2-886F-A51B08A1C47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A55F26-25A5-4F72-953D-471DDB4E98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91BF25-645D-4EA2-B026-56D8412BD7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Early-stage hypertension risk screening</a:t>
          </a:r>
        </a:p>
      </dgm:t>
    </dgm:pt>
    <dgm:pt modelId="{36C92244-48E8-4FC5-8A2B-84AC8555E5A2}" type="parTrans" cxnId="{947A8930-45B7-4317-8030-2C726C22EAFF}">
      <dgm:prSet/>
      <dgm:spPr/>
      <dgm:t>
        <a:bodyPr/>
        <a:lstStyle/>
        <a:p>
          <a:endParaRPr lang="en-US"/>
        </a:p>
      </dgm:t>
    </dgm:pt>
    <dgm:pt modelId="{BE59F8DE-BDE3-4400-B9C8-AE501342CADE}" type="sibTrans" cxnId="{947A8930-45B7-4317-8030-2C726C22EAFF}">
      <dgm:prSet/>
      <dgm:spPr/>
      <dgm:t>
        <a:bodyPr/>
        <a:lstStyle/>
        <a:p>
          <a:endParaRPr lang="en-US"/>
        </a:p>
      </dgm:t>
    </dgm:pt>
    <dgm:pt modelId="{6FBC773C-1E32-4A61-8B9B-1729F60FEE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Useful for clinicians &amp; wellness programs</a:t>
          </a:r>
        </a:p>
      </dgm:t>
    </dgm:pt>
    <dgm:pt modelId="{32465CAC-8B00-42A3-90BC-E1A3F9085E33}" type="parTrans" cxnId="{02F35DCA-8ACD-4B45-BE4B-CD661AECD4C8}">
      <dgm:prSet/>
      <dgm:spPr/>
      <dgm:t>
        <a:bodyPr/>
        <a:lstStyle/>
        <a:p>
          <a:endParaRPr lang="en-US"/>
        </a:p>
      </dgm:t>
    </dgm:pt>
    <dgm:pt modelId="{C709BAC1-388A-4378-AAFC-D90C062A1B06}" type="sibTrans" cxnId="{02F35DCA-8ACD-4B45-BE4B-CD661AECD4C8}">
      <dgm:prSet/>
      <dgm:spPr/>
      <dgm:t>
        <a:bodyPr/>
        <a:lstStyle/>
        <a:p>
          <a:endParaRPr lang="en-US"/>
        </a:p>
      </dgm:t>
    </dgm:pt>
    <dgm:pt modelId="{56F97E84-1251-49FF-8CDC-A38366F71C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Lightweight web tool for public health outreach</a:t>
          </a:r>
        </a:p>
      </dgm:t>
    </dgm:pt>
    <dgm:pt modelId="{79A98DB4-1BCD-4BD8-8515-4CB709E1631F}" type="parTrans" cxnId="{4B8954A7-1753-4512-A43B-C07F11AA68A8}">
      <dgm:prSet/>
      <dgm:spPr/>
      <dgm:t>
        <a:bodyPr/>
        <a:lstStyle/>
        <a:p>
          <a:endParaRPr lang="en-US"/>
        </a:p>
      </dgm:t>
    </dgm:pt>
    <dgm:pt modelId="{B7CE9F8B-9772-4916-86AF-736A34A0C3BC}" type="sibTrans" cxnId="{4B8954A7-1753-4512-A43B-C07F11AA68A8}">
      <dgm:prSet/>
      <dgm:spPr/>
      <dgm:t>
        <a:bodyPr/>
        <a:lstStyle/>
        <a:p>
          <a:endParaRPr lang="en-US"/>
        </a:p>
      </dgm:t>
    </dgm:pt>
    <dgm:pt modelId="{A5EDD239-D2B7-4B2B-9535-272A5C0D2D59}" type="pres">
      <dgm:prSet presAssocID="{27A55F26-25A5-4F72-953D-471DDB4E9893}" presName="root" presStyleCnt="0">
        <dgm:presLayoutVars>
          <dgm:dir/>
          <dgm:resizeHandles val="exact"/>
        </dgm:presLayoutVars>
      </dgm:prSet>
      <dgm:spPr/>
    </dgm:pt>
    <dgm:pt modelId="{F4AF08B1-5CF4-44F0-9A59-4BCFE50DC116}" type="pres">
      <dgm:prSet presAssocID="{D091BF25-645D-4EA2-B026-56D8412BD7CA}" presName="compNode" presStyleCnt="0"/>
      <dgm:spPr/>
    </dgm:pt>
    <dgm:pt modelId="{B688DCF0-861C-48B1-8BA2-741D404D0436}" type="pres">
      <dgm:prSet presAssocID="{D091BF25-645D-4EA2-B026-56D8412BD7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F4CF32A-326F-4F30-9D6C-F3D9E954273C}" type="pres">
      <dgm:prSet presAssocID="{D091BF25-645D-4EA2-B026-56D8412BD7CA}" presName="spaceRect" presStyleCnt="0"/>
      <dgm:spPr/>
    </dgm:pt>
    <dgm:pt modelId="{914F52B5-F211-4373-96E6-225B8227B76D}" type="pres">
      <dgm:prSet presAssocID="{D091BF25-645D-4EA2-B026-56D8412BD7CA}" presName="textRect" presStyleLbl="revTx" presStyleIdx="0" presStyleCnt="3">
        <dgm:presLayoutVars>
          <dgm:chMax val="1"/>
          <dgm:chPref val="1"/>
        </dgm:presLayoutVars>
      </dgm:prSet>
      <dgm:spPr/>
    </dgm:pt>
    <dgm:pt modelId="{0F577394-B0E3-409A-A05E-6526BC720B76}" type="pres">
      <dgm:prSet presAssocID="{BE59F8DE-BDE3-4400-B9C8-AE501342CADE}" presName="sibTrans" presStyleCnt="0"/>
      <dgm:spPr/>
    </dgm:pt>
    <dgm:pt modelId="{7A4DF464-A24C-4832-A1DE-EBD1B71CDC63}" type="pres">
      <dgm:prSet presAssocID="{6FBC773C-1E32-4A61-8B9B-1729F60FEEE8}" presName="compNode" presStyleCnt="0"/>
      <dgm:spPr/>
    </dgm:pt>
    <dgm:pt modelId="{D14DAEAA-9902-474C-B183-D917F27E28AA}" type="pres">
      <dgm:prSet presAssocID="{6FBC773C-1E32-4A61-8B9B-1729F60FEE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1DF71689-9299-4FD0-B392-3630C5060DD9}" type="pres">
      <dgm:prSet presAssocID="{6FBC773C-1E32-4A61-8B9B-1729F60FEEE8}" presName="spaceRect" presStyleCnt="0"/>
      <dgm:spPr/>
    </dgm:pt>
    <dgm:pt modelId="{01612DFA-AA43-44B6-B815-6436788D8C6B}" type="pres">
      <dgm:prSet presAssocID="{6FBC773C-1E32-4A61-8B9B-1729F60FEEE8}" presName="textRect" presStyleLbl="revTx" presStyleIdx="1" presStyleCnt="3">
        <dgm:presLayoutVars>
          <dgm:chMax val="1"/>
          <dgm:chPref val="1"/>
        </dgm:presLayoutVars>
      </dgm:prSet>
      <dgm:spPr/>
    </dgm:pt>
    <dgm:pt modelId="{AEE8ED60-ACB9-410B-BD2B-B5BEA92C57AA}" type="pres">
      <dgm:prSet presAssocID="{C709BAC1-388A-4378-AAFC-D90C062A1B06}" presName="sibTrans" presStyleCnt="0"/>
      <dgm:spPr/>
    </dgm:pt>
    <dgm:pt modelId="{F6A34945-462A-418F-AECB-6C7D6BEAEBF5}" type="pres">
      <dgm:prSet presAssocID="{56F97E84-1251-49FF-8CDC-A38366F71C0B}" presName="compNode" presStyleCnt="0"/>
      <dgm:spPr/>
    </dgm:pt>
    <dgm:pt modelId="{062B58A5-B0F8-49A0-904C-C10D10060C89}" type="pres">
      <dgm:prSet presAssocID="{56F97E84-1251-49FF-8CDC-A38366F71C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5C59057-A933-4108-9D4D-D6DDDB00F7B8}" type="pres">
      <dgm:prSet presAssocID="{56F97E84-1251-49FF-8CDC-A38366F71C0B}" presName="spaceRect" presStyleCnt="0"/>
      <dgm:spPr/>
    </dgm:pt>
    <dgm:pt modelId="{8EBAB74D-816F-46D5-8CE9-FF0718474CA6}" type="pres">
      <dgm:prSet presAssocID="{56F97E84-1251-49FF-8CDC-A38366F71C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572C0B-C41C-41CB-A8C6-051D635F29CF}" type="presOf" srcId="{56F97E84-1251-49FF-8CDC-A38366F71C0B}" destId="{8EBAB74D-816F-46D5-8CE9-FF0718474CA6}" srcOrd="0" destOrd="0" presId="urn:microsoft.com/office/officeart/2018/2/layout/IconLabelList"/>
    <dgm:cxn modelId="{80EBEB13-5B7F-4694-BF24-B4A07A037C0F}" type="presOf" srcId="{27A55F26-25A5-4F72-953D-471DDB4E9893}" destId="{A5EDD239-D2B7-4B2B-9535-272A5C0D2D59}" srcOrd="0" destOrd="0" presId="urn:microsoft.com/office/officeart/2018/2/layout/IconLabelList"/>
    <dgm:cxn modelId="{947A8930-45B7-4317-8030-2C726C22EAFF}" srcId="{27A55F26-25A5-4F72-953D-471DDB4E9893}" destId="{D091BF25-645D-4EA2-B026-56D8412BD7CA}" srcOrd="0" destOrd="0" parTransId="{36C92244-48E8-4FC5-8A2B-84AC8555E5A2}" sibTransId="{BE59F8DE-BDE3-4400-B9C8-AE501342CADE}"/>
    <dgm:cxn modelId="{54926B58-6560-40F6-921E-41F5D1516EA5}" type="presOf" srcId="{6FBC773C-1E32-4A61-8B9B-1729F60FEEE8}" destId="{01612DFA-AA43-44B6-B815-6436788D8C6B}" srcOrd="0" destOrd="0" presId="urn:microsoft.com/office/officeart/2018/2/layout/IconLabelList"/>
    <dgm:cxn modelId="{4B8954A7-1753-4512-A43B-C07F11AA68A8}" srcId="{27A55F26-25A5-4F72-953D-471DDB4E9893}" destId="{56F97E84-1251-49FF-8CDC-A38366F71C0B}" srcOrd="2" destOrd="0" parTransId="{79A98DB4-1BCD-4BD8-8515-4CB709E1631F}" sibTransId="{B7CE9F8B-9772-4916-86AF-736A34A0C3BC}"/>
    <dgm:cxn modelId="{E80944C3-AC2D-44AC-B991-5AF5A900BD39}" type="presOf" srcId="{D091BF25-645D-4EA2-B026-56D8412BD7CA}" destId="{914F52B5-F211-4373-96E6-225B8227B76D}" srcOrd="0" destOrd="0" presId="urn:microsoft.com/office/officeart/2018/2/layout/IconLabelList"/>
    <dgm:cxn modelId="{02F35DCA-8ACD-4B45-BE4B-CD661AECD4C8}" srcId="{27A55F26-25A5-4F72-953D-471DDB4E9893}" destId="{6FBC773C-1E32-4A61-8B9B-1729F60FEEE8}" srcOrd="1" destOrd="0" parTransId="{32465CAC-8B00-42A3-90BC-E1A3F9085E33}" sibTransId="{C709BAC1-388A-4378-AAFC-D90C062A1B06}"/>
    <dgm:cxn modelId="{7A40B128-21F8-4F13-812A-27044BC05B4B}" type="presParOf" srcId="{A5EDD239-D2B7-4B2B-9535-272A5C0D2D59}" destId="{F4AF08B1-5CF4-44F0-9A59-4BCFE50DC116}" srcOrd="0" destOrd="0" presId="urn:microsoft.com/office/officeart/2018/2/layout/IconLabelList"/>
    <dgm:cxn modelId="{AF38FA40-D5E7-4956-A751-66C47DBEBD31}" type="presParOf" srcId="{F4AF08B1-5CF4-44F0-9A59-4BCFE50DC116}" destId="{B688DCF0-861C-48B1-8BA2-741D404D0436}" srcOrd="0" destOrd="0" presId="urn:microsoft.com/office/officeart/2018/2/layout/IconLabelList"/>
    <dgm:cxn modelId="{B9E93513-AF3D-48D3-846B-F3C0AB445294}" type="presParOf" srcId="{F4AF08B1-5CF4-44F0-9A59-4BCFE50DC116}" destId="{6F4CF32A-326F-4F30-9D6C-F3D9E954273C}" srcOrd="1" destOrd="0" presId="urn:microsoft.com/office/officeart/2018/2/layout/IconLabelList"/>
    <dgm:cxn modelId="{28F2B5D4-8F73-454B-A6AD-C162857D2F64}" type="presParOf" srcId="{F4AF08B1-5CF4-44F0-9A59-4BCFE50DC116}" destId="{914F52B5-F211-4373-96E6-225B8227B76D}" srcOrd="2" destOrd="0" presId="urn:microsoft.com/office/officeart/2018/2/layout/IconLabelList"/>
    <dgm:cxn modelId="{974008E7-C131-4220-83C4-4E970DFD3792}" type="presParOf" srcId="{A5EDD239-D2B7-4B2B-9535-272A5C0D2D59}" destId="{0F577394-B0E3-409A-A05E-6526BC720B76}" srcOrd="1" destOrd="0" presId="urn:microsoft.com/office/officeart/2018/2/layout/IconLabelList"/>
    <dgm:cxn modelId="{D6BD40E2-7ECC-41FA-BC2A-E2D7E6CA2D31}" type="presParOf" srcId="{A5EDD239-D2B7-4B2B-9535-272A5C0D2D59}" destId="{7A4DF464-A24C-4832-A1DE-EBD1B71CDC63}" srcOrd="2" destOrd="0" presId="urn:microsoft.com/office/officeart/2018/2/layout/IconLabelList"/>
    <dgm:cxn modelId="{080BC432-3E2E-4C09-8FD0-CB10D8F327E1}" type="presParOf" srcId="{7A4DF464-A24C-4832-A1DE-EBD1B71CDC63}" destId="{D14DAEAA-9902-474C-B183-D917F27E28AA}" srcOrd="0" destOrd="0" presId="urn:microsoft.com/office/officeart/2018/2/layout/IconLabelList"/>
    <dgm:cxn modelId="{B576022A-F16C-46F7-9CE5-CAE95F2CCE1C}" type="presParOf" srcId="{7A4DF464-A24C-4832-A1DE-EBD1B71CDC63}" destId="{1DF71689-9299-4FD0-B392-3630C5060DD9}" srcOrd="1" destOrd="0" presId="urn:microsoft.com/office/officeart/2018/2/layout/IconLabelList"/>
    <dgm:cxn modelId="{E2E2FB1A-E58D-45EB-A8D9-DDCBC9685E6E}" type="presParOf" srcId="{7A4DF464-A24C-4832-A1DE-EBD1B71CDC63}" destId="{01612DFA-AA43-44B6-B815-6436788D8C6B}" srcOrd="2" destOrd="0" presId="urn:microsoft.com/office/officeart/2018/2/layout/IconLabelList"/>
    <dgm:cxn modelId="{C4F1FFA4-2FB1-43C2-802B-6F6F901BF915}" type="presParOf" srcId="{A5EDD239-D2B7-4B2B-9535-272A5C0D2D59}" destId="{AEE8ED60-ACB9-410B-BD2B-B5BEA92C57AA}" srcOrd="3" destOrd="0" presId="urn:microsoft.com/office/officeart/2018/2/layout/IconLabelList"/>
    <dgm:cxn modelId="{32EB89F2-2605-462D-AD70-B26C5B86087A}" type="presParOf" srcId="{A5EDD239-D2B7-4B2B-9535-272A5C0D2D59}" destId="{F6A34945-462A-418F-AECB-6C7D6BEAEBF5}" srcOrd="4" destOrd="0" presId="urn:microsoft.com/office/officeart/2018/2/layout/IconLabelList"/>
    <dgm:cxn modelId="{CEED0B47-23A9-492D-A24D-A4838F3DCF8D}" type="presParOf" srcId="{F6A34945-462A-418F-AECB-6C7D6BEAEBF5}" destId="{062B58A5-B0F8-49A0-904C-C10D10060C89}" srcOrd="0" destOrd="0" presId="urn:microsoft.com/office/officeart/2018/2/layout/IconLabelList"/>
    <dgm:cxn modelId="{19B8C8C5-7901-4ADB-9A86-4ED73C96738E}" type="presParOf" srcId="{F6A34945-462A-418F-AECB-6C7D6BEAEBF5}" destId="{95C59057-A933-4108-9D4D-D6DDDB00F7B8}" srcOrd="1" destOrd="0" presId="urn:microsoft.com/office/officeart/2018/2/layout/IconLabelList"/>
    <dgm:cxn modelId="{67EC953D-789B-4E9C-BDB1-101FE7EC6A48}" type="presParOf" srcId="{F6A34945-462A-418F-AECB-6C7D6BEAEBF5}" destId="{8EBAB74D-816F-46D5-8CE9-FF0718474C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7A55F26-25A5-4F72-953D-471DDB4E989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91BF25-645D-4EA2-B026-56D8412BD7CA}">
      <dgm:prSet/>
      <dgm:spPr/>
      <dgm:t>
        <a:bodyPr/>
        <a:lstStyle/>
        <a:p>
          <a:r>
            <a:rPr lang="en-US"/>
            <a:t>•Personalized lifestyle recommendations</a:t>
          </a:r>
        </a:p>
      </dgm:t>
    </dgm:pt>
    <dgm:pt modelId="{36C92244-48E8-4FC5-8A2B-84AC8555E5A2}" type="parTrans" cxnId="{947A8930-45B7-4317-8030-2C726C22EAFF}">
      <dgm:prSet/>
      <dgm:spPr/>
      <dgm:t>
        <a:bodyPr/>
        <a:lstStyle/>
        <a:p>
          <a:endParaRPr lang="en-US"/>
        </a:p>
      </dgm:t>
    </dgm:pt>
    <dgm:pt modelId="{BE59F8DE-BDE3-4400-B9C8-AE501342CADE}" type="sibTrans" cxnId="{947A8930-45B7-4317-8030-2C726C22EAFF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6FBC773C-1E32-4A61-8B9B-1729F60FEEE8}">
      <dgm:prSet/>
      <dgm:spPr/>
      <dgm:t>
        <a:bodyPr/>
        <a:lstStyle/>
        <a:p>
          <a:r>
            <a:rPr lang="en-US"/>
            <a:t>•Long‑term risk forecasting</a:t>
          </a:r>
        </a:p>
      </dgm:t>
    </dgm:pt>
    <dgm:pt modelId="{32465CAC-8B00-42A3-90BC-E1A3F9085E33}" type="parTrans" cxnId="{02F35DCA-8ACD-4B45-BE4B-CD661AECD4C8}">
      <dgm:prSet/>
      <dgm:spPr/>
      <dgm:t>
        <a:bodyPr/>
        <a:lstStyle/>
        <a:p>
          <a:endParaRPr lang="en-US"/>
        </a:p>
      </dgm:t>
    </dgm:pt>
    <dgm:pt modelId="{C709BAC1-388A-4378-AAFC-D90C062A1B06}" type="sibTrans" cxnId="{02F35DCA-8ACD-4B45-BE4B-CD661AECD4C8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56F97E84-1251-49FF-8CDC-A38366F71C0B}">
      <dgm:prSet/>
      <dgm:spPr/>
      <dgm:t>
        <a:bodyPr/>
        <a:lstStyle/>
        <a:p>
          <a:r>
            <a:rPr lang="en-US"/>
            <a:t>•Integration with wearable devices</a:t>
          </a:r>
        </a:p>
      </dgm:t>
    </dgm:pt>
    <dgm:pt modelId="{79A98DB4-1BCD-4BD8-8515-4CB709E1631F}" type="parTrans" cxnId="{4B8954A7-1753-4512-A43B-C07F11AA68A8}">
      <dgm:prSet/>
      <dgm:spPr/>
      <dgm:t>
        <a:bodyPr/>
        <a:lstStyle/>
        <a:p>
          <a:endParaRPr lang="en-US"/>
        </a:p>
      </dgm:t>
    </dgm:pt>
    <dgm:pt modelId="{B7CE9F8B-9772-4916-86AF-736A34A0C3BC}" type="sibTrans" cxnId="{4B8954A7-1753-4512-A43B-C07F11AA68A8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5AE50738-BE3B-4162-840F-D23ADE1BB309}" type="pres">
      <dgm:prSet presAssocID="{27A55F26-25A5-4F72-953D-471DDB4E9893}" presName="Name0" presStyleCnt="0">
        <dgm:presLayoutVars>
          <dgm:animLvl val="lvl"/>
          <dgm:resizeHandles val="exact"/>
        </dgm:presLayoutVars>
      </dgm:prSet>
      <dgm:spPr/>
    </dgm:pt>
    <dgm:pt modelId="{4CF7F6DB-536F-4B1E-B4F4-FA8233A78CAB}" type="pres">
      <dgm:prSet presAssocID="{D091BF25-645D-4EA2-B026-56D8412BD7CA}" presName="compositeNode" presStyleCnt="0">
        <dgm:presLayoutVars>
          <dgm:bulletEnabled val="1"/>
        </dgm:presLayoutVars>
      </dgm:prSet>
      <dgm:spPr/>
    </dgm:pt>
    <dgm:pt modelId="{AC968A1F-2B66-4A6B-8061-8683A7C851F8}" type="pres">
      <dgm:prSet presAssocID="{D091BF25-645D-4EA2-B026-56D8412BD7CA}" presName="bgRect" presStyleLbl="bgAccFollowNode1" presStyleIdx="0" presStyleCnt="3"/>
      <dgm:spPr/>
    </dgm:pt>
    <dgm:pt modelId="{67CC7C70-742E-46D3-B694-2FF90D5C5569}" type="pres">
      <dgm:prSet presAssocID="{BE59F8DE-BDE3-4400-B9C8-AE501342CADE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B2EA037-1ED3-4EA3-8A5F-BE6C0A7FC50B}" type="pres">
      <dgm:prSet presAssocID="{D091BF25-645D-4EA2-B026-56D8412BD7CA}" presName="bottomLine" presStyleLbl="alignNode1" presStyleIdx="1" presStyleCnt="6">
        <dgm:presLayoutVars/>
      </dgm:prSet>
      <dgm:spPr/>
    </dgm:pt>
    <dgm:pt modelId="{C284F6DD-3ECD-44A3-A90C-B8BF600CA008}" type="pres">
      <dgm:prSet presAssocID="{D091BF25-645D-4EA2-B026-56D8412BD7CA}" presName="nodeText" presStyleLbl="bgAccFollowNode1" presStyleIdx="0" presStyleCnt="3">
        <dgm:presLayoutVars>
          <dgm:bulletEnabled val="1"/>
        </dgm:presLayoutVars>
      </dgm:prSet>
      <dgm:spPr/>
    </dgm:pt>
    <dgm:pt modelId="{FA9C7971-EC25-41FB-8CEC-CB0F8E804E25}" type="pres">
      <dgm:prSet presAssocID="{BE59F8DE-BDE3-4400-B9C8-AE501342CADE}" presName="sibTrans" presStyleCnt="0"/>
      <dgm:spPr/>
    </dgm:pt>
    <dgm:pt modelId="{A623F215-EEB8-4827-92B4-0E218A0CB558}" type="pres">
      <dgm:prSet presAssocID="{6FBC773C-1E32-4A61-8B9B-1729F60FEEE8}" presName="compositeNode" presStyleCnt="0">
        <dgm:presLayoutVars>
          <dgm:bulletEnabled val="1"/>
        </dgm:presLayoutVars>
      </dgm:prSet>
      <dgm:spPr/>
    </dgm:pt>
    <dgm:pt modelId="{00A208BD-60B7-484A-BB6C-362853B1470F}" type="pres">
      <dgm:prSet presAssocID="{6FBC773C-1E32-4A61-8B9B-1729F60FEEE8}" presName="bgRect" presStyleLbl="bgAccFollowNode1" presStyleIdx="1" presStyleCnt="3"/>
      <dgm:spPr/>
    </dgm:pt>
    <dgm:pt modelId="{FFC01EF9-E404-4171-BD63-887DCCC07A22}" type="pres">
      <dgm:prSet presAssocID="{C709BAC1-388A-4378-AAFC-D90C062A1B06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51416F0-210B-4860-A3C1-1D6EA1F74D2D}" type="pres">
      <dgm:prSet presAssocID="{6FBC773C-1E32-4A61-8B9B-1729F60FEEE8}" presName="bottomLine" presStyleLbl="alignNode1" presStyleIdx="3" presStyleCnt="6">
        <dgm:presLayoutVars/>
      </dgm:prSet>
      <dgm:spPr/>
    </dgm:pt>
    <dgm:pt modelId="{663D2302-CC87-43FD-8A55-EA0FC72CD682}" type="pres">
      <dgm:prSet presAssocID="{6FBC773C-1E32-4A61-8B9B-1729F60FEEE8}" presName="nodeText" presStyleLbl="bgAccFollowNode1" presStyleIdx="1" presStyleCnt="3">
        <dgm:presLayoutVars>
          <dgm:bulletEnabled val="1"/>
        </dgm:presLayoutVars>
      </dgm:prSet>
      <dgm:spPr/>
    </dgm:pt>
    <dgm:pt modelId="{D7BCCA5E-A88A-4C10-84E1-121730174A2A}" type="pres">
      <dgm:prSet presAssocID="{C709BAC1-388A-4378-AAFC-D90C062A1B06}" presName="sibTrans" presStyleCnt="0"/>
      <dgm:spPr/>
    </dgm:pt>
    <dgm:pt modelId="{978A342F-A016-4D7F-B69C-DED190287805}" type="pres">
      <dgm:prSet presAssocID="{56F97E84-1251-49FF-8CDC-A38366F71C0B}" presName="compositeNode" presStyleCnt="0">
        <dgm:presLayoutVars>
          <dgm:bulletEnabled val="1"/>
        </dgm:presLayoutVars>
      </dgm:prSet>
      <dgm:spPr/>
    </dgm:pt>
    <dgm:pt modelId="{E49687EE-E91F-4065-A1DA-D887A905DFF6}" type="pres">
      <dgm:prSet presAssocID="{56F97E84-1251-49FF-8CDC-A38366F71C0B}" presName="bgRect" presStyleLbl="bgAccFollowNode1" presStyleIdx="2" presStyleCnt="3"/>
      <dgm:spPr/>
    </dgm:pt>
    <dgm:pt modelId="{AB3BC01B-A4A7-4B75-B8BE-D3844383BA2A}" type="pres">
      <dgm:prSet presAssocID="{B7CE9F8B-9772-4916-86AF-736A34A0C3BC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1C66B49-EDEA-4732-ABE3-7A7F7D7E35D3}" type="pres">
      <dgm:prSet presAssocID="{56F97E84-1251-49FF-8CDC-A38366F71C0B}" presName="bottomLine" presStyleLbl="alignNode1" presStyleIdx="5" presStyleCnt="6">
        <dgm:presLayoutVars/>
      </dgm:prSet>
      <dgm:spPr/>
    </dgm:pt>
    <dgm:pt modelId="{9D8D5EB7-2B2E-4D45-9D44-C3F888F2B024}" type="pres">
      <dgm:prSet presAssocID="{56F97E84-1251-49FF-8CDC-A38366F71C0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D3995D01-87D2-4323-85FF-EA7A38ABF4FF}" type="presOf" srcId="{D091BF25-645D-4EA2-B026-56D8412BD7CA}" destId="{AC968A1F-2B66-4A6B-8061-8683A7C851F8}" srcOrd="0" destOrd="0" presId="urn:microsoft.com/office/officeart/2016/7/layout/BasicLinearProcessNumbered"/>
    <dgm:cxn modelId="{3E52F31E-7F10-4723-BBB2-309E432E4A5E}" type="presOf" srcId="{C709BAC1-388A-4378-AAFC-D90C062A1B06}" destId="{FFC01EF9-E404-4171-BD63-887DCCC07A22}" srcOrd="0" destOrd="0" presId="urn:microsoft.com/office/officeart/2016/7/layout/BasicLinearProcessNumbered"/>
    <dgm:cxn modelId="{4DF11828-DDC1-4EBD-B970-F5341D2922D9}" type="presOf" srcId="{56F97E84-1251-49FF-8CDC-A38366F71C0B}" destId="{9D8D5EB7-2B2E-4D45-9D44-C3F888F2B024}" srcOrd="1" destOrd="0" presId="urn:microsoft.com/office/officeart/2016/7/layout/BasicLinearProcessNumbered"/>
    <dgm:cxn modelId="{947A8930-45B7-4317-8030-2C726C22EAFF}" srcId="{27A55F26-25A5-4F72-953D-471DDB4E9893}" destId="{D091BF25-645D-4EA2-B026-56D8412BD7CA}" srcOrd="0" destOrd="0" parTransId="{36C92244-48E8-4FC5-8A2B-84AC8555E5A2}" sibTransId="{BE59F8DE-BDE3-4400-B9C8-AE501342CADE}"/>
    <dgm:cxn modelId="{252BB068-22E0-4973-8F3F-AE2B6E76DA3B}" type="presOf" srcId="{B7CE9F8B-9772-4916-86AF-736A34A0C3BC}" destId="{AB3BC01B-A4A7-4B75-B8BE-D3844383BA2A}" srcOrd="0" destOrd="0" presId="urn:microsoft.com/office/officeart/2016/7/layout/BasicLinearProcessNumbered"/>
    <dgm:cxn modelId="{6A0EBF6E-FFDA-4D19-AFFC-A0327F7E7B41}" type="presOf" srcId="{6FBC773C-1E32-4A61-8B9B-1729F60FEEE8}" destId="{00A208BD-60B7-484A-BB6C-362853B1470F}" srcOrd="0" destOrd="0" presId="urn:microsoft.com/office/officeart/2016/7/layout/BasicLinearProcessNumbered"/>
    <dgm:cxn modelId="{CA572688-C9EF-4443-9A3D-D0EC2B372D8B}" type="presOf" srcId="{BE59F8DE-BDE3-4400-B9C8-AE501342CADE}" destId="{67CC7C70-742E-46D3-B694-2FF90D5C5569}" srcOrd="0" destOrd="0" presId="urn:microsoft.com/office/officeart/2016/7/layout/BasicLinearProcessNumbered"/>
    <dgm:cxn modelId="{7AEBA095-0330-4D3D-B00E-EA46696166B8}" type="presOf" srcId="{D091BF25-645D-4EA2-B026-56D8412BD7CA}" destId="{C284F6DD-3ECD-44A3-A90C-B8BF600CA008}" srcOrd="1" destOrd="0" presId="urn:microsoft.com/office/officeart/2016/7/layout/BasicLinearProcessNumbered"/>
    <dgm:cxn modelId="{4B8954A7-1753-4512-A43B-C07F11AA68A8}" srcId="{27A55F26-25A5-4F72-953D-471DDB4E9893}" destId="{56F97E84-1251-49FF-8CDC-A38366F71C0B}" srcOrd="2" destOrd="0" parTransId="{79A98DB4-1BCD-4BD8-8515-4CB709E1631F}" sibTransId="{B7CE9F8B-9772-4916-86AF-736A34A0C3BC}"/>
    <dgm:cxn modelId="{3C8194AC-E690-40FA-A8C7-C5BF03D812F4}" type="presOf" srcId="{27A55F26-25A5-4F72-953D-471DDB4E9893}" destId="{5AE50738-BE3B-4162-840F-D23ADE1BB309}" srcOrd="0" destOrd="0" presId="urn:microsoft.com/office/officeart/2016/7/layout/BasicLinearProcessNumbered"/>
    <dgm:cxn modelId="{02F35DCA-8ACD-4B45-BE4B-CD661AECD4C8}" srcId="{27A55F26-25A5-4F72-953D-471DDB4E9893}" destId="{6FBC773C-1E32-4A61-8B9B-1729F60FEEE8}" srcOrd="1" destOrd="0" parTransId="{32465CAC-8B00-42A3-90BC-E1A3F9085E33}" sibTransId="{C709BAC1-388A-4378-AAFC-D90C062A1B06}"/>
    <dgm:cxn modelId="{D00461D9-7D4D-40A6-8BE3-E8B2EDDB7089}" type="presOf" srcId="{6FBC773C-1E32-4A61-8B9B-1729F60FEEE8}" destId="{663D2302-CC87-43FD-8A55-EA0FC72CD682}" srcOrd="1" destOrd="0" presId="urn:microsoft.com/office/officeart/2016/7/layout/BasicLinearProcessNumbered"/>
    <dgm:cxn modelId="{2F69DEE7-9C72-4184-88AE-B9065115B4E7}" type="presOf" srcId="{56F97E84-1251-49FF-8CDC-A38366F71C0B}" destId="{E49687EE-E91F-4065-A1DA-D887A905DFF6}" srcOrd="0" destOrd="0" presId="urn:microsoft.com/office/officeart/2016/7/layout/BasicLinearProcessNumbered"/>
    <dgm:cxn modelId="{FC8D0A40-6D82-486C-B1E0-2BF66E737F1E}" type="presParOf" srcId="{5AE50738-BE3B-4162-840F-D23ADE1BB309}" destId="{4CF7F6DB-536F-4B1E-B4F4-FA8233A78CAB}" srcOrd="0" destOrd="0" presId="urn:microsoft.com/office/officeart/2016/7/layout/BasicLinearProcessNumbered"/>
    <dgm:cxn modelId="{D63BAD33-4C60-40B0-9B30-0AC45211F2FC}" type="presParOf" srcId="{4CF7F6DB-536F-4B1E-B4F4-FA8233A78CAB}" destId="{AC968A1F-2B66-4A6B-8061-8683A7C851F8}" srcOrd="0" destOrd="0" presId="urn:microsoft.com/office/officeart/2016/7/layout/BasicLinearProcessNumbered"/>
    <dgm:cxn modelId="{2E176FFB-035D-440F-9706-C7A4BA97E746}" type="presParOf" srcId="{4CF7F6DB-536F-4B1E-B4F4-FA8233A78CAB}" destId="{67CC7C70-742E-46D3-B694-2FF90D5C5569}" srcOrd="1" destOrd="0" presId="urn:microsoft.com/office/officeart/2016/7/layout/BasicLinearProcessNumbered"/>
    <dgm:cxn modelId="{D1F8EC19-C0A6-420C-8B7D-FFE7E7FAE791}" type="presParOf" srcId="{4CF7F6DB-536F-4B1E-B4F4-FA8233A78CAB}" destId="{8B2EA037-1ED3-4EA3-8A5F-BE6C0A7FC50B}" srcOrd="2" destOrd="0" presId="urn:microsoft.com/office/officeart/2016/7/layout/BasicLinearProcessNumbered"/>
    <dgm:cxn modelId="{CE62EB16-22D6-40BF-B4AD-5481F2D546A7}" type="presParOf" srcId="{4CF7F6DB-536F-4B1E-B4F4-FA8233A78CAB}" destId="{C284F6DD-3ECD-44A3-A90C-B8BF600CA008}" srcOrd="3" destOrd="0" presId="urn:microsoft.com/office/officeart/2016/7/layout/BasicLinearProcessNumbered"/>
    <dgm:cxn modelId="{029646D5-977A-4792-87F3-B164D2BD9731}" type="presParOf" srcId="{5AE50738-BE3B-4162-840F-D23ADE1BB309}" destId="{FA9C7971-EC25-41FB-8CEC-CB0F8E804E25}" srcOrd="1" destOrd="0" presId="urn:microsoft.com/office/officeart/2016/7/layout/BasicLinearProcessNumbered"/>
    <dgm:cxn modelId="{E1CE4230-78B2-434E-995E-B5BB57CE50E6}" type="presParOf" srcId="{5AE50738-BE3B-4162-840F-D23ADE1BB309}" destId="{A623F215-EEB8-4827-92B4-0E218A0CB558}" srcOrd="2" destOrd="0" presId="urn:microsoft.com/office/officeart/2016/7/layout/BasicLinearProcessNumbered"/>
    <dgm:cxn modelId="{D2C28F71-C654-44B6-AF42-53662745C261}" type="presParOf" srcId="{A623F215-EEB8-4827-92B4-0E218A0CB558}" destId="{00A208BD-60B7-484A-BB6C-362853B1470F}" srcOrd="0" destOrd="0" presId="urn:microsoft.com/office/officeart/2016/7/layout/BasicLinearProcessNumbered"/>
    <dgm:cxn modelId="{C1BF62C7-427D-4C95-961C-678F4DA135EA}" type="presParOf" srcId="{A623F215-EEB8-4827-92B4-0E218A0CB558}" destId="{FFC01EF9-E404-4171-BD63-887DCCC07A22}" srcOrd="1" destOrd="0" presId="urn:microsoft.com/office/officeart/2016/7/layout/BasicLinearProcessNumbered"/>
    <dgm:cxn modelId="{3DFC03BA-6EF8-49E4-BDBC-BD7CE8610ACF}" type="presParOf" srcId="{A623F215-EEB8-4827-92B4-0E218A0CB558}" destId="{E51416F0-210B-4860-A3C1-1D6EA1F74D2D}" srcOrd="2" destOrd="0" presId="urn:microsoft.com/office/officeart/2016/7/layout/BasicLinearProcessNumbered"/>
    <dgm:cxn modelId="{669E321D-388E-407E-BB39-213CF38FF391}" type="presParOf" srcId="{A623F215-EEB8-4827-92B4-0E218A0CB558}" destId="{663D2302-CC87-43FD-8A55-EA0FC72CD682}" srcOrd="3" destOrd="0" presId="urn:microsoft.com/office/officeart/2016/7/layout/BasicLinearProcessNumbered"/>
    <dgm:cxn modelId="{A9F09120-D0B8-4BE2-AD68-FAC742B54E4E}" type="presParOf" srcId="{5AE50738-BE3B-4162-840F-D23ADE1BB309}" destId="{D7BCCA5E-A88A-4C10-84E1-121730174A2A}" srcOrd="3" destOrd="0" presId="urn:microsoft.com/office/officeart/2016/7/layout/BasicLinearProcessNumbered"/>
    <dgm:cxn modelId="{E77F9F7C-33C7-4B17-B486-0DBE6BAA0BF5}" type="presParOf" srcId="{5AE50738-BE3B-4162-840F-D23ADE1BB309}" destId="{978A342F-A016-4D7F-B69C-DED190287805}" srcOrd="4" destOrd="0" presId="urn:microsoft.com/office/officeart/2016/7/layout/BasicLinearProcessNumbered"/>
    <dgm:cxn modelId="{BF373904-7608-4EEC-8B71-681E8D028D0A}" type="presParOf" srcId="{978A342F-A016-4D7F-B69C-DED190287805}" destId="{E49687EE-E91F-4065-A1DA-D887A905DFF6}" srcOrd="0" destOrd="0" presId="urn:microsoft.com/office/officeart/2016/7/layout/BasicLinearProcessNumbered"/>
    <dgm:cxn modelId="{493E8BAF-A3D1-4D03-8196-4E4BF2E49217}" type="presParOf" srcId="{978A342F-A016-4D7F-B69C-DED190287805}" destId="{AB3BC01B-A4A7-4B75-B8BE-D3844383BA2A}" srcOrd="1" destOrd="0" presId="urn:microsoft.com/office/officeart/2016/7/layout/BasicLinearProcessNumbered"/>
    <dgm:cxn modelId="{4CE83759-DFB2-418C-B897-92C3E7C9350A}" type="presParOf" srcId="{978A342F-A016-4D7F-B69C-DED190287805}" destId="{B1C66B49-EDEA-4732-ABE3-7A7F7D7E35D3}" srcOrd="2" destOrd="0" presId="urn:microsoft.com/office/officeart/2016/7/layout/BasicLinearProcessNumbered"/>
    <dgm:cxn modelId="{9E04FB01-3C8E-451F-8D92-92B4A11EB181}" type="presParOf" srcId="{978A342F-A016-4D7F-B69C-DED190287805}" destId="{9D8D5EB7-2B2E-4D45-9D44-C3F888F2B02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7E3184D-3AF9-407B-AE3B-D1EBA9387EC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DA57A7E-418F-4918-B519-C50017F5E271}">
      <dgm:prSet/>
      <dgm:spPr/>
      <dgm:t>
        <a:bodyPr/>
        <a:lstStyle/>
        <a:p>
          <a:pPr>
            <a:defRPr cap="all"/>
          </a:pPr>
          <a:r>
            <a:rPr lang="en-US"/>
            <a:t>- Real clinical dataset testing</a:t>
          </a:r>
        </a:p>
      </dgm:t>
    </dgm:pt>
    <dgm:pt modelId="{1B8B40D2-F813-4C8A-A86D-D8838C2C24D7}" type="parTrans" cxnId="{BD9FE8D8-A506-4B05-BADF-1801B837864D}">
      <dgm:prSet/>
      <dgm:spPr/>
      <dgm:t>
        <a:bodyPr/>
        <a:lstStyle/>
        <a:p>
          <a:endParaRPr lang="en-US"/>
        </a:p>
      </dgm:t>
    </dgm:pt>
    <dgm:pt modelId="{710DEDFD-AF78-47D1-B1A5-BB51284B5F54}" type="sibTrans" cxnId="{BD9FE8D8-A506-4B05-BADF-1801B837864D}">
      <dgm:prSet/>
      <dgm:spPr/>
      <dgm:t>
        <a:bodyPr/>
        <a:lstStyle/>
        <a:p>
          <a:endParaRPr lang="en-US"/>
        </a:p>
      </dgm:t>
    </dgm:pt>
    <dgm:pt modelId="{9D207DE4-82A9-466D-BECB-C982F849EEE9}">
      <dgm:prSet/>
      <dgm:spPr/>
      <dgm:t>
        <a:bodyPr/>
        <a:lstStyle/>
        <a:p>
          <a:pPr>
            <a:defRPr cap="all"/>
          </a:pPr>
          <a:r>
            <a:rPr lang="en-US"/>
            <a:t>- Deep learning models</a:t>
          </a:r>
        </a:p>
      </dgm:t>
    </dgm:pt>
    <dgm:pt modelId="{8B4AACBA-EB6E-4F56-9548-425862CC1DF2}" type="parTrans" cxnId="{5A1C73C0-F173-418D-8ACF-75D333821CCC}">
      <dgm:prSet/>
      <dgm:spPr/>
      <dgm:t>
        <a:bodyPr/>
        <a:lstStyle/>
        <a:p>
          <a:endParaRPr lang="en-US"/>
        </a:p>
      </dgm:t>
    </dgm:pt>
    <dgm:pt modelId="{38631171-0BCE-4D9C-96DD-1C3512ED8106}" type="sibTrans" cxnId="{5A1C73C0-F173-418D-8ACF-75D333821CCC}">
      <dgm:prSet/>
      <dgm:spPr/>
      <dgm:t>
        <a:bodyPr/>
        <a:lstStyle/>
        <a:p>
          <a:endParaRPr lang="en-US"/>
        </a:p>
      </dgm:t>
    </dgm:pt>
    <dgm:pt modelId="{387A33D2-3A93-43F8-914D-B36D1C7F191F}">
      <dgm:prSet/>
      <dgm:spPr/>
      <dgm:t>
        <a:bodyPr/>
        <a:lstStyle/>
        <a:p>
          <a:pPr>
            <a:defRPr cap="all"/>
          </a:pPr>
          <a:r>
            <a:rPr lang="en-US"/>
            <a:t>- SHAP-based explainability</a:t>
          </a:r>
        </a:p>
      </dgm:t>
    </dgm:pt>
    <dgm:pt modelId="{D757E288-32B0-4C06-B1CC-01BC86FB5D04}" type="parTrans" cxnId="{B664D398-465D-4582-BD4B-05FAA68709BE}">
      <dgm:prSet/>
      <dgm:spPr/>
      <dgm:t>
        <a:bodyPr/>
        <a:lstStyle/>
        <a:p>
          <a:endParaRPr lang="en-US"/>
        </a:p>
      </dgm:t>
    </dgm:pt>
    <dgm:pt modelId="{39D64937-8F08-495E-B255-4BDED567202E}" type="sibTrans" cxnId="{B664D398-465D-4582-BD4B-05FAA68709BE}">
      <dgm:prSet/>
      <dgm:spPr/>
      <dgm:t>
        <a:bodyPr/>
        <a:lstStyle/>
        <a:p>
          <a:endParaRPr lang="en-US"/>
        </a:p>
      </dgm:t>
    </dgm:pt>
    <dgm:pt modelId="{2CCC8872-3646-4E66-B025-CFF387D6D993}" type="pres">
      <dgm:prSet presAssocID="{57E3184D-3AF9-407B-AE3B-D1EBA9387ECB}" presName="root" presStyleCnt="0">
        <dgm:presLayoutVars>
          <dgm:dir/>
          <dgm:resizeHandles val="exact"/>
        </dgm:presLayoutVars>
      </dgm:prSet>
      <dgm:spPr/>
    </dgm:pt>
    <dgm:pt modelId="{6BD57834-1654-486A-A166-4BC3182FD7B1}" type="pres">
      <dgm:prSet presAssocID="{8DA57A7E-418F-4918-B519-C50017F5E271}" presName="compNode" presStyleCnt="0"/>
      <dgm:spPr/>
    </dgm:pt>
    <dgm:pt modelId="{18283386-7E6F-4E56-901D-48F5717E4FD5}" type="pres">
      <dgm:prSet presAssocID="{8DA57A7E-418F-4918-B519-C50017F5E27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B103F63-3B92-4D18-8900-D2BA7ECE6B87}" type="pres">
      <dgm:prSet presAssocID="{8DA57A7E-418F-4918-B519-C50017F5E2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A2B99D-5FC0-4BDC-AB78-8FAD8B94537D}" type="pres">
      <dgm:prSet presAssocID="{8DA57A7E-418F-4918-B519-C50017F5E271}" presName="spaceRect" presStyleCnt="0"/>
      <dgm:spPr/>
    </dgm:pt>
    <dgm:pt modelId="{BFA61381-D913-4AA1-A027-B68FE0679A60}" type="pres">
      <dgm:prSet presAssocID="{8DA57A7E-418F-4918-B519-C50017F5E271}" presName="textRect" presStyleLbl="revTx" presStyleIdx="0" presStyleCnt="3">
        <dgm:presLayoutVars>
          <dgm:chMax val="1"/>
          <dgm:chPref val="1"/>
        </dgm:presLayoutVars>
      </dgm:prSet>
      <dgm:spPr/>
    </dgm:pt>
    <dgm:pt modelId="{5E3D710C-6960-4BA7-A2D4-017F01B35772}" type="pres">
      <dgm:prSet presAssocID="{710DEDFD-AF78-47D1-B1A5-BB51284B5F54}" presName="sibTrans" presStyleCnt="0"/>
      <dgm:spPr/>
    </dgm:pt>
    <dgm:pt modelId="{83D13C24-0119-4258-B02A-F76B355A68A9}" type="pres">
      <dgm:prSet presAssocID="{9D207DE4-82A9-466D-BECB-C982F849EEE9}" presName="compNode" presStyleCnt="0"/>
      <dgm:spPr/>
    </dgm:pt>
    <dgm:pt modelId="{DB8373CF-C6C4-40AB-BDC1-D638D4307255}" type="pres">
      <dgm:prSet presAssocID="{9D207DE4-82A9-466D-BECB-C982F849EEE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A12C440-E55A-4219-A807-D8E717488EA9}" type="pres">
      <dgm:prSet presAssocID="{9D207DE4-82A9-466D-BECB-C982F849EE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87102F1-6A84-4B56-A254-2A173AD395ED}" type="pres">
      <dgm:prSet presAssocID="{9D207DE4-82A9-466D-BECB-C982F849EEE9}" presName="spaceRect" presStyleCnt="0"/>
      <dgm:spPr/>
    </dgm:pt>
    <dgm:pt modelId="{1D025831-D8B0-429B-B48C-A81CDF4BFBBD}" type="pres">
      <dgm:prSet presAssocID="{9D207DE4-82A9-466D-BECB-C982F849EEE9}" presName="textRect" presStyleLbl="revTx" presStyleIdx="1" presStyleCnt="3">
        <dgm:presLayoutVars>
          <dgm:chMax val="1"/>
          <dgm:chPref val="1"/>
        </dgm:presLayoutVars>
      </dgm:prSet>
      <dgm:spPr/>
    </dgm:pt>
    <dgm:pt modelId="{D2DBDC82-A1A2-423A-92A3-4896BA392E40}" type="pres">
      <dgm:prSet presAssocID="{38631171-0BCE-4D9C-96DD-1C3512ED8106}" presName="sibTrans" presStyleCnt="0"/>
      <dgm:spPr/>
    </dgm:pt>
    <dgm:pt modelId="{868AADDD-F1E9-4EC9-9DF5-3E67C6C6919C}" type="pres">
      <dgm:prSet presAssocID="{387A33D2-3A93-43F8-914D-B36D1C7F191F}" presName="compNode" presStyleCnt="0"/>
      <dgm:spPr/>
    </dgm:pt>
    <dgm:pt modelId="{9595359E-8417-4677-A5B8-66C55241621A}" type="pres">
      <dgm:prSet presAssocID="{387A33D2-3A93-43F8-914D-B36D1C7F191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E5237AF-6E66-43C3-B58F-F4B06E02476E}" type="pres">
      <dgm:prSet presAssocID="{387A33D2-3A93-43F8-914D-B36D1C7F19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DFDAFF1-4CE8-40A9-886C-EBD04429B47A}" type="pres">
      <dgm:prSet presAssocID="{387A33D2-3A93-43F8-914D-B36D1C7F191F}" presName="spaceRect" presStyleCnt="0"/>
      <dgm:spPr/>
    </dgm:pt>
    <dgm:pt modelId="{519ED2EB-1BA8-496D-B030-77BE493E31D0}" type="pres">
      <dgm:prSet presAssocID="{387A33D2-3A93-43F8-914D-B36D1C7F19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4C440B-EF31-4680-958B-A7D8EE2F057C}" type="presOf" srcId="{387A33D2-3A93-43F8-914D-B36D1C7F191F}" destId="{519ED2EB-1BA8-496D-B030-77BE493E31D0}" srcOrd="0" destOrd="0" presId="urn:microsoft.com/office/officeart/2018/5/layout/IconLeafLabelList"/>
    <dgm:cxn modelId="{36FC4131-3BA8-4EF1-A113-887C4B042313}" type="presOf" srcId="{9D207DE4-82A9-466D-BECB-C982F849EEE9}" destId="{1D025831-D8B0-429B-B48C-A81CDF4BFBBD}" srcOrd="0" destOrd="0" presId="urn:microsoft.com/office/officeart/2018/5/layout/IconLeafLabelList"/>
    <dgm:cxn modelId="{7997E868-D31B-438F-827C-A3FA5267500C}" type="presOf" srcId="{57E3184D-3AF9-407B-AE3B-D1EBA9387ECB}" destId="{2CCC8872-3646-4E66-B025-CFF387D6D993}" srcOrd="0" destOrd="0" presId="urn:microsoft.com/office/officeart/2018/5/layout/IconLeafLabelList"/>
    <dgm:cxn modelId="{B664D398-465D-4582-BD4B-05FAA68709BE}" srcId="{57E3184D-3AF9-407B-AE3B-D1EBA9387ECB}" destId="{387A33D2-3A93-43F8-914D-B36D1C7F191F}" srcOrd="2" destOrd="0" parTransId="{D757E288-32B0-4C06-B1CC-01BC86FB5D04}" sibTransId="{39D64937-8F08-495E-B255-4BDED567202E}"/>
    <dgm:cxn modelId="{5A1C73C0-F173-418D-8ACF-75D333821CCC}" srcId="{57E3184D-3AF9-407B-AE3B-D1EBA9387ECB}" destId="{9D207DE4-82A9-466D-BECB-C982F849EEE9}" srcOrd="1" destOrd="0" parTransId="{8B4AACBA-EB6E-4F56-9548-425862CC1DF2}" sibTransId="{38631171-0BCE-4D9C-96DD-1C3512ED8106}"/>
    <dgm:cxn modelId="{CE80D4D8-325C-4164-A3B6-AC1D733BCB1F}" type="presOf" srcId="{8DA57A7E-418F-4918-B519-C50017F5E271}" destId="{BFA61381-D913-4AA1-A027-B68FE0679A60}" srcOrd="0" destOrd="0" presId="urn:microsoft.com/office/officeart/2018/5/layout/IconLeafLabelList"/>
    <dgm:cxn modelId="{BD9FE8D8-A506-4B05-BADF-1801B837864D}" srcId="{57E3184D-3AF9-407B-AE3B-D1EBA9387ECB}" destId="{8DA57A7E-418F-4918-B519-C50017F5E271}" srcOrd="0" destOrd="0" parTransId="{1B8B40D2-F813-4C8A-A86D-D8838C2C24D7}" sibTransId="{710DEDFD-AF78-47D1-B1A5-BB51284B5F54}"/>
    <dgm:cxn modelId="{51C79048-6A86-4341-B05F-12AC5E2C8FB0}" type="presParOf" srcId="{2CCC8872-3646-4E66-B025-CFF387D6D993}" destId="{6BD57834-1654-486A-A166-4BC3182FD7B1}" srcOrd="0" destOrd="0" presId="urn:microsoft.com/office/officeart/2018/5/layout/IconLeafLabelList"/>
    <dgm:cxn modelId="{FAD1CDFF-B2D7-4B62-B8C0-F92EEE85D726}" type="presParOf" srcId="{6BD57834-1654-486A-A166-4BC3182FD7B1}" destId="{18283386-7E6F-4E56-901D-48F5717E4FD5}" srcOrd="0" destOrd="0" presId="urn:microsoft.com/office/officeart/2018/5/layout/IconLeafLabelList"/>
    <dgm:cxn modelId="{6BA5C831-EB17-4B9D-BF8E-3565FD86AAA0}" type="presParOf" srcId="{6BD57834-1654-486A-A166-4BC3182FD7B1}" destId="{3B103F63-3B92-4D18-8900-D2BA7ECE6B87}" srcOrd="1" destOrd="0" presId="urn:microsoft.com/office/officeart/2018/5/layout/IconLeafLabelList"/>
    <dgm:cxn modelId="{88BA83D2-AEFD-478A-A160-7BF624B361A2}" type="presParOf" srcId="{6BD57834-1654-486A-A166-4BC3182FD7B1}" destId="{06A2B99D-5FC0-4BDC-AB78-8FAD8B94537D}" srcOrd="2" destOrd="0" presId="urn:microsoft.com/office/officeart/2018/5/layout/IconLeafLabelList"/>
    <dgm:cxn modelId="{4D39A487-1B4B-4858-B0EE-9AB5395544E3}" type="presParOf" srcId="{6BD57834-1654-486A-A166-4BC3182FD7B1}" destId="{BFA61381-D913-4AA1-A027-B68FE0679A60}" srcOrd="3" destOrd="0" presId="urn:microsoft.com/office/officeart/2018/5/layout/IconLeafLabelList"/>
    <dgm:cxn modelId="{9CFEE1D8-0012-4899-B16A-A3E9F1E1DEE9}" type="presParOf" srcId="{2CCC8872-3646-4E66-B025-CFF387D6D993}" destId="{5E3D710C-6960-4BA7-A2D4-017F01B35772}" srcOrd="1" destOrd="0" presId="urn:microsoft.com/office/officeart/2018/5/layout/IconLeafLabelList"/>
    <dgm:cxn modelId="{93005104-9B26-4DD2-A9F0-2803FF19DCF3}" type="presParOf" srcId="{2CCC8872-3646-4E66-B025-CFF387D6D993}" destId="{83D13C24-0119-4258-B02A-F76B355A68A9}" srcOrd="2" destOrd="0" presId="urn:microsoft.com/office/officeart/2018/5/layout/IconLeafLabelList"/>
    <dgm:cxn modelId="{8F3B4D68-874F-4678-95BB-1DD668FB6DCA}" type="presParOf" srcId="{83D13C24-0119-4258-B02A-F76B355A68A9}" destId="{DB8373CF-C6C4-40AB-BDC1-D638D4307255}" srcOrd="0" destOrd="0" presId="urn:microsoft.com/office/officeart/2018/5/layout/IconLeafLabelList"/>
    <dgm:cxn modelId="{3C247586-0C5B-46F0-9A22-4ED7381A34D8}" type="presParOf" srcId="{83D13C24-0119-4258-B02A-F76B355A68A9}" destId="{3A12C440-E55A-4219-A807-D8E717488EA9}" srcOrd="1" destOrd="0" presId="urn:microsoft.com/office/officeart/2018/5/layout/IconLeafLabelList"/>
    <dgm:cxn modelId="{3615013E-8AA1-40F5-BFF0-D58CFFE2A078}" type="presParOf" srcId="{83D13C24-0119-4258-B02A-F76B355A68A9}" destId="{887102F1-6A84-4B56-A254-2A173AD395ED}" srcOrd="2" destOrd="0" presId="urn:microsoft.com/office/officeart/2018/5/layout/IconLeafLabelList"/>
    <dgm:cxn modelId="{EE7E847F-1E27-40EC-9BB5-0817B2AD538B}" type="presParOf" srcId="{83D13C24-0119-4258-B02A-F76B355A68A9}" destId="{1D025831-D8B0-429B-B48C-A81CDF4BFBBD}" srcOrd="3" destOrd="0" presId="urn:microsoft.com/office/officeart/2018/5/layout/IconLeafLabelList"/>
    <dgm:cxn modelId="{4124F91A-4D71-4F9E-B9AB-95CA59CEACF4}" type="presParOf" srcId="{2CCC8872-3646-4E66-B025-CFF387D6D993}" destId="{D2DBDC82-A1A2-423A-92A3-4896BA392E40}" srcOrd="3" destOrd="0" presId="urn:microsoft.com/office/officeart/2018/5/layout/IconLeafLabelList"/>
    <dgm:cxn modelId="{A1914403-15F5-4DE4-BF02-1EA11E6D76EA}" type="presParOf" srcId="{2CCC8872-3646-4E66-B025-CFF387D6D993}" destId="{868AADDD-F1E9-4EC9-9DF5-3E67C6C6919C}" srcOrd="4" destOrd="0" presId="urn:microsoft.com/office/officeart/2018/5/layout/IconLeafLabelList"/>
    <dgm:cxn modelId="{2B41190F-EEC1-46DF-A2E6-DE4CAF4723BB}" type="presParOf" srcId="{868AADDD-F1E9-4EC9-9DF5-3E67C6C6919C}" destId="{9595359E-8417-4677-A5B8-66C55241621A}" srcOrd="0" destOrd="0" presId="urn:microsoft.com/office/officeart/2018/5/layout/IconLeafLabelList"/>
    <dgm:cxn modelId="{B39BD977-86E5-494A-8D1D-E873CE6E7E90}" type="presParOf" srcId="{868AADDD-F1E9-4EC9-9DF5-3E67C6C6919C}" destId="{BE5237AF-6E66-43C3-B58F-F4B06E02476E}" srcOrd="1" destOrd="0" presId="urn:microsoft.com/office/officeart/2018/5/layout/IconLeafLabelList"/>
    <dgm:cxn modelId="{E6BFFBEB-0E38-4FF6-8ECA-8D30B147CE02}" type="presParOf" srcId="{868AADDD-F1E9-4EC9-9DF5-3E67C6C6919C}" destId="{6DFDAFF1-4CE8-40A9-886C-EBD04429B47A}" srcOrd="2" destOrd="0" presId="urn:microsoft.com/office/officeart/2018/5/layout/IconLeafLabelList"/>
    <dgm:cxn modelId="{72C37C22-6721-4983-A8FB-F6C2DD7960D3}" type="presParOf" srcId="{868AADDD-F1E9-4EC9-9DF5-3E67C6C6919C}" destId="{519ED2EB-1BA8-496D-B030-77BE493E31D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2E19E-7758-4D7B-BE3D-1EF59B2544CC}">
      <dsp:nvSpPr>
        <dsp:cNvPr id="0" name=""/>
        <dsp:cNvSpPr/>
      </dsp:nvSpPr>
      <dsp:spPr>
        <a:xfrm>
          <a:off x="1346" y="0"/>
          <a:ext cx="5251074" cy="38142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9394" tIns="330200" rIns="409394" bIns="33020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NHANES survey cycles covering 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August 2021 – August 2023</a:t>
          </a:r>
          <a:br>
            <a:rPr lang="en-US" sz="2400" kern="1200"/>
          </a:br>
          <a:r>
            <a:rPr lang="en-US" sz="2400" kern="1200"/>
            <a:t>(publicly available at </a:t>
          </a:r>
          <a:r>
            <a:rPr lang="en-US" sz="2400" u="sng" kern="1200">
              <a:hlinkClick xmlns:r="http://schemas.openxmlformats.org/officeDocument/2006/relationships" r:id="rId1"/>
            </a:rPr>
            <a:t>https://www.cdc.gov/nchs/nhanes/</a:t>
          </a:r>
          <a:r>
            <a:rPr lang="en-US" sz="2400" kern="1200"/>
            <a:t>)</a:t>
          </a:r>
          <a:endParaRPr lang="en-US" sz="2400" kern="1200" dirty="0"/>
        </a:p>
      </dsp:txBody>
      <dsp:txXfrm>
        <a:off x="1346" y="1449426"/>
        <a:ext cx="5251074" cy="2288568"/>
      </dsp:txXfrm>
    </dsp:sp>
    <dsp:sp modelId="{AC9E5762-E338-49D3-A52B-C0B049A8E3A1}">
      <dsp:nvSpPr>
        <dsp:cNvPr id="0" name=""/>
        <dsp:cNvSpPr/>
      </dsp:nvSpPr>
      <dsp:spPr>
        <a:xfrm>
          <a:off x="1891452" y="122053"/>
          <a:ext cx="1144284" cy="114428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213" tIns="12700" rIns="892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59029" y="289630"/>
        <a:ext cx="809130" cy="809130"/>
      </dsp:txXfrm>
    </dsp:sp>
    <dsp:sp modelId="{F71F5B2E-761E-44FA-8029-2370BAA8143A}">
      <dsp:nvSpPr>
        <dsp:cNvPr id="0" name=""/>
        <dsp:cNvSpPr/>
      </dsp:nvSpPr>
      <dsp:spPr>
        <a:xfrm>
          <a:off x="1346" y="3814209"/>
          <a:ext cx="525107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8CFDA-A1B7-48A3-B6D6-3E0D51ACC03E}">
      <dsp:nvSpPr>
        <dsp:cNvPr id="0" name=""/>
        <dsp:cNvSpPr/>
      </dsp:nvSpPr>
      <dsp:spPr>
        <a:xfrm>
          <a:off x="5777528" y="0"/>
          <a:ext cx="5251074" cy="381428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9394" tIns="330200" rIns="40939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>
        <a:off x="5777528" y="1449426"/>
        <a:ext cx="5251074" cy="2288568"/>
      </dsp:txXfrm>
    </dsp:sp>
    <dsp:sp modelId="{DBC30E36-3468-4A0B-B320-FC5131EA9B16}">
      <dsp:nvSpPr>
        <dsp:cNvPr id="0" name=""/>
        <dsp:cNvSpPr/>
      </dsp:nvSpPr>
      <dsp:spPr>
        <a:xfrm>
          <a:off x="7830924" y="381428"/>
          <a:ext cx="1144284" cy="114428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213" tIns="12700" rIns="892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  <a:endParaRPr lang="en-US" sz="4800" kern="1200" dirty="0"/>
        </a:p>
      </dsp:txBody>
      <dsp:txXfrm>
        <a:off x="7998501" y="549005"/>
        <a:ext cx="809130" cy="809130"/>
      </dsp:txXfrm>
    </dsp:sp>
    <dsp:sp modelId="{C43B346E-DC93-45CD-A9FA-68A5107AB263}">
      <dsp:nvSpPr>
        <dsp:cNvPr id="0" name=""/>
        <dsp:cNvSpPr/>
      </dsp:nvSpPr>
      <dsp:spPr>
        <a:xfrm>
          <a:off x="5777528" y="3814209"/>
          <a:ext cx="525107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6257D2-27D8-49C9-B8B5-CD6B6F21B2C3}">
      <dsp:nvSpPr>
        <dsp:cNvPr id="0" name=""/>
        <dsp:cNvSpPr/>
      </dsp:nvSpPr>
      <dsp:spPr>
        <a:xfrm>
          <a:off x="1661274" y="411730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12191" y="455700"/>
        <a:ext cx="17496" cy="3499"/>
      </dsp:txXfrm>
    </dsp:sp>
    <dsp:sp modelId="{AD046FE1-AC3C-4EC7-8A99-8C037DDCF47D}">
      <dsp:nvSpPr>
        <dsp:cNvPr id="0" name=""/>
        <dsp:cNvSpPr/>
      </dsp:nvSpPr>
      <dsp:spPr>
        <a:xfrm>
          <a:off x="141638" y="1019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Data preprocessing:</a:t>
          </a:r>
        </a:p>
      </dsp:txBody>
      <dsp:txXfrm>
        <a:off x="141638" y="1019"/>
        <a:ext cx="1521436" cy="912861"/>
      </dsp:txXfrm>
    </dsp:sp>
    <dsp:sp modelId="{F2F4C80D-637C-4BCE-82BC-7F89233F875C}">
      <dsp:nvSpPr>
        <dsp:cNvPr id="0" name=""/>
        <dsp:cNvSpPr/>
      </dsp:nvSpPr>
      <dsp:spPr>
        <a:xfrm>
          <a:off x="3532641" y="411730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3558" y="455700"/>
        <a:ext cx="17496" cy="3499"/>
      </dsp:txXfrm>
    </dsp:sp>
    <dsp:sp modelId="{BEB8B745-717F-4979-A8D7-077D9A11C281}">
      <dsp:nvSpPr>
        <dsp:cNvPr id="0" name=""/>
        <dsp:cNvSpPr/>
      </dsp:nvSpPr>
      <dsp:spPr>
        <a:xfrm>
          <a:off x="2013005" y="1019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Handling categorical variables (OneHotEncoding)</a:t>
          </a:r>
        </a:p>
      </dsp:txBody>
      <dsp:txXfrm>
        <a:off x="2013005" y="1019"/>
        <a:ext cx="1521436" cy="912861"/>
      </dsp:txXfrm>
    </dsp:sp>
    <dsp:sp modelId="{E49D2574-0B00-48A9-B661-20DE4D3977E4}">
      <dsp:nvSpPr>
        <dsp:cNvPr id="0" name=""/>
        <dsp:cNvSpPr/>
      </dsp:nvSpPr>
      <dsp:spPr>
        <a:xfrm>
          <a:off x="5404007" y="411730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4924" y="455700"/>
        <a:ext cx="17496" cy="3499"/>
      </dsp:txXfrm>
    </dsp:sp>
    <dsp:sp modelId="{6DDDF34A-8182-464E-BCCE-4986538647E6}">
      <dsp:nvSpPr>
        <dsp:cNvPr id="0" name=""/>
        <dsp:cNvSpPr/>
      </dsp:nvSpPr>
      <dsp:spPr>
        <a:xfrm>
          <a:off x="3884371" y="1019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Scaling numeric features</a:t>
          </a:r>
        </a:p>
      </dsp:txBody>
      <dsp:txXfrm>
        <a:off x="3884371" y="1019"/>
        <a:ext cx="1521436" cy="912861"/>
      </dsp:txXfrm>
    </dsp:sp>
    <dsp:sp modelId="{7BAD55A7-0107-4668-AFFB-B85C0DD35579}">
      <dsp:nvSpPr>
        <dsp:cNvPr id="0" name=""/>
        <dsp:cNvSpPr/>
      </dsp:nvSpPr>
      <dsp:spPr>
        <a:xfrm>
          <a:off x="902356" y="912081"/>
          <a:ext cx="5614099" cy="319330"/>
        </a:xfrm>
        <a:custGeom>
          <a:avLst/>
          <a:gdLst/>
          <a:ahLst/>
          <a:cxnLst/>
          <a:rect l="0" t="0" r="0" b="0"/>
          <a:pathLst>
            <a:path>
              <a:moveTo>
                <a:pt x="5614099" y="0"/>
              </a:moveTo>
              <a:lnTo>
                <a:pt x="5614099" y="176765"/>
              </a:lnTo>
              <a:lnTo>
                <a:pt x="0" y="176765"/>
              </a:lnTo>
              <a:lnTo>
                <a:pt x="0" y="31933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8781" y="1069996"/>
        <a:ext cx="281249" cy="3499"/>
      </dsp:txXfrm>
    </dsp:sp>
    <dsp:sp modelId="{8DC23DD8-7ABB-4A38-813A-D4EAE49ED36C}">
      <dsp:nvSpPr>
        <dsp:cNvPr id="0" name=""/>
        <dsp:cNvSpPr/>
      </dsp:nvSpPr>
      <dsp:spPr>
        <a:xfrm>
          <a:off x="5755738" y="1019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Train-test split (80/20)</a:t>
          </a:r>
        </a:p>
      </dsp:txBody>
      <dsp:txXfrm>
        <a:off x="5755738" y="1019"/>
        <a:ext cx="1521436" cy="912861"/>
      </dsp:txXfrm>
    </dsp:sp>
    <dsp:sp modelId="{38E4927F-1E0F-448A-BD61-6FADD0BBE7F1}">
      <dsp:nvSpPr>
        <dsp:cNvPr id="0" name=""/>
        <dsp:cNvSpPr/>
      </dsp:nvSpPr>
      <dsp:spPr>
        <a:xfrm>
          <a:off x="1661274" y="1674522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12191" y="1718492"/>
        <a:ext cx="17496" cy="3499"/>
      </dsp:txXfrm>
    </dsp:sp>
    <dsp:sp modelId="{4D62F573-290E-4C95-B48F-9BB2517F0027}">
      <dsp:nvSpPr>
        <dsp:cNvPr id="0" name=""/>
        <dsp:cNvSpPr/>
      </dsp:nvSpPr>
      <dsp:spPr>
        <a:xfrm>
          <a:off x="141638" y="1263811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Models evaluated:</a:t>
          </a:r>
        </a:p>
      </dsp:txBody>
      <dsp:txXfrm>
        <a:off x="141638" y="1263811"/>
        <a:ext cx="1521436" cy="912861"/>
      </dsp:txXfrm>
    </dsp:sp>
    <dsp:sp modelId="{CC7F3E31-FBEB-4B10-8B5F-52ED1885ADEA}">
      <dsp:nvSpPr>
        <dsp:cNvPr id="0" name=""/>
        <dsp:cNvSpPr/>
      </dsp:nvSpPr>
      <dsp:spPr>
        <a:xfrm>
          <a:off x="3532641" y="1674522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3558" y="1718492"/>
        <a:ext cx="17496" cy="3499"/>
      </dsp:txXfrm>
    </dsp:sp>
    <dsp:sp modelId="{316EF396-0427-4A16-B58E-2D4579B8FDDC}">
      <dsp:nvSpPr>
        <dsp:cNvPr id="0" name=""/>
        <dsp:cNvSpPr/>
      </dsp:nvSpPr>
      <dsp:spPr>
        <a:xfrm>
          <a:off x="2013005" y="1263811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ElasticNet</a:t>
          </a:r>
        </a:p>
      </dsp:txBody>
      <dsp:txXfrm>
        <a:off x="2013005" y="1263811"/>
        <a:ext cx="1521436" cy="912861"/>
      </dsp:txXfrm>
    </dsp:sp>
    <dsp:sp modelId="{ED040D81-6DB4-41C4-972E-B85462FE0981}">
      <dsp:nvSpPr>
        <dsp:cNvPr id="0" name=""/>
        <dsp:cNvSpPr/>
      </dsp:nvSpPr>
      <dsp:spPr>
        <a:xfrm>
          <a:off x="5404007" y="1674522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4924" y="1718492"/>
        <a:ext cx="17496" cy="3499"/>
      </dsp:txXfrm>
    </dsp:sp>
    <dsp:sp modelId="{41D60A1A-3D73-43C8-A2A8-697EBB2B75DF}">
      <dsp:nvSpPr>
        <dsp:cNvPr id="0" name=""/>
        <dsp:cNvSpPr/>
      </dsp:nvSpPr>
      <dsp:spPr>
        <a:xfrm>
          <a:off x="3884371" y="1263811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Random Forest</a:t>
          </a:r>
        </a:p>
      </dsp:txBody>
      <dsp:txXfrm>
        <a:off x="3884371" y="1263811"/>
        <a:ext cx="1521436" cy="912861"/>
      </dsp:txXfrm>
    </dsp:sp>
    <dsp:sp modelId="{15196D50-E989-4F3A-B265-B2BEDC7F7E41}">
      <dsp:nvSpPr>
        <dsp:cNvPr id="0" name=""/>
        <dsp:cNvSpPr/>
      </dsp:nvSpPr>
      <dsp:spPr>
        <a:xfrm>
          <a:off x="902356" y="2174873"/>
          <a:ext cx="5614099" cy="319330"/>
        </a:xfrm>
        <a:custGeom>
          <a:avLst/>
          <a:gdLst/>
          <a:ahLst/>
          <a:cxnLst/>
          <a:rect l="0" t="0" r="0" b="0"/>
          <a:pathLst>
            <a:path>
              <a:moveTo>
                <a:pt x="5614099" y="0"/>
              </a:moveTo>
              <a:lnTo>
                <a:pt x="5614099" y="176765"/>
              </a:lnTo>
              <a:lnTo>
                <a:pt x="0" y="176765"/>
              </a:lnTo>
              <a:lnTo>
                <a:pt x="0" y="31933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8781" y="2332788"/>
        <a:ext cx="281249" cy="3499"/>
      </dsp:txXfrm>
    </dsp:sp>
    <dsp:sp modelId="{4E3F482F-C1BB-4DEC-B087-FBD61FD3E39A}">
      <dsp:nvSpPr>
        <dsp:cNvPr id="0" name=""/>
        <dsp:cNvSpPr/>
      </dsp:nvSpPr>
      <dsp:spPr>
        <a:xfrm>
          <a:off x="5755738" y="1263811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Gradient Boosting</a:t>
          </a:r>
        </a:p>
      </dsp:txBody>
      <dsp:txXfrm>
        <a:off x="5755738" y="1263811"/>
        <a:ext cx="1521436" cy="912861"/>
      </dsp:txXfrm>
    </dsp:sp>
    <dsp:sp modelId="{9A8BADAE-BA75-4CC9-A492-A0D6F0642B0D}">
      <dsp:nvSpPr>
        <dsp:cNvPr id="0" name=""/>
        <dsp:cNvSpPr/>
      </dsp:nvSpPr>
      <dsp:spPr>
        <a:xfrm>
          <a:off x="1661274" y="2937314"/>
          <a:ext cx="3193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33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12191" y="2981284"/>
        <a:ext cx="17496" cy="3499"/>
      </dsp:txXfrm>
    </dsp:sp>
    <dsp:sp modelId="{7BAE3070-ED0B-4C5B-826E-8E67B7EF9229}">
      <dsp:nvSpPr>
        <dsp:cNvPr id="0" name=""/>
        <dsp:cNvSpPr/>
      </dsp:nvSpPr>
      <dsp:spPr>
        <a:xfrm>
          <a:off x="141638" y="2526603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Evaluation metrics:</a:t>
          </a:r>
        </a:p>
      </dsp:txBody>
      <dsp:txXfrm>
        <a:off x="141638" y="2526603"/>
        <a:ext cx="1521436" cy="912861"/>
      </dsp:txXfrm>
    </dsp:sp>
    <dsp:sp modelId="{88A28F40-0450-4149-AAC5-AF37F7A61FD8}">
      <dsp:nvSpPr>
        <dsp:cNvPr id="0" name=""/>
        <dsp:cNvSpPr/>
      </dsp:nvSpPr>
      <dsp:spPr>
        <a:xfrm>
          <a:off x="2013005" y="2526603"/>
          <a:ext cx="1521436" cy="912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52" tIns="78255" rIns="74552" bIns="782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MAE, RMSE, R²</a:t>
          </a:r>
        </a:p>
      </dsp:txBody>
      <dsp:txXfrm>
        <a:off x="2013005" y="2526603"/>
        <a:ext cx="1521436" cy="9128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FE456-06F9-4456-BF75-9FF232050D9C}">
      <dsp:nvSpPr>
        <dsp:cNvPr id="0" name=""/>
        <dsp:cNvSpPr/>
      </dsp:nvSpPr>
      <dsp:spPr>
        <a:xfrm>
          <a:off x="780860" y="0"/>
          <a:ext cx="3633047" cy="363304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D033D-1AA3-48FC-AE04-EF0230BB1C90}">
      <dsp:nvSpPr>
        <dsp:cNvPr id="0" name=""/>
        <dsp:cNvSpPr/>
      </dsp:nvSpPr>
      <dsp:spPr>
        <a:xfrm>
          <a:off x="1125999" y="345139"/>
          <a:ext cx="1416888" cy="1416888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</a:t>
          </a:r>
          <a:r>
            <a:rPr lang="en-US" sz="2400" kern="1200" dirty="0"/>
            <a:t>Systolic BP:</a:t>
          </a:r>
          <a:endParaRPr lang="en-US" sz="2600" kern="1200" dirty="0"/>
        </a:p>
      </dsp:txBody>
      <dsp:txXfrm>
        <a:off x="1195166" y="414306"/>
        <a:ext cx="1278554" cy="1278554"/>
      </dsp:txXfrm>
    </dsp:sp>
    <dsp:sp modelId="{B643F9EB-3759-43F4-A9C0-4DC9167698B6}">
      <dsp:nvSpPr>
        <dsp:cNvPr id="0" name=""/>
        <dsp:cNvSpPr/>
      </dsp:nvSpPr>
      <dsp:spPr>
        <a:xfrm>
          <a:off x="2651879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- MAE: 8.8 mmHg</a:t>
          </a:r>
        </a:p>
      </dsp:txBody>
      <dsp:txXfrm>
        <a:off x="2721046" y="414306"/>
        <a:ext cx="1278554" cy="1278554"/>
      </dsp:txXfrm>
    </dsp:sp>
    <dsp:sp modelId="{59EBE803-25C4-4BBF-9599-4BB2C7CE55E1}">
      <dsp:nvSpPr>
        <dsp:cNvPr id="0" name=""/>
        <dsp:cNvSpPr/>
      </dsp:nvSpPr>
      <dsp:spPr>
        <a:xfrm>
          <a:off x="1125999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RMSE: 12.16 mmHg</a:t>
          </a:r>
        </a:p>
      </dsp:txBody>
      <dsp:txXfrm>
        <a:off x="1195166" y="1940186"/>
        <a:ext cx="1278554" cy="1278554"/>
      </dsp:txXfrm>
    </dsp:sp>
    <dsp:sp modelId="{36178533-EED4-42D2-85A7-F51106710053}">
      <dsp:nvSpPr>
        <dsp:cNvPr id="0" name=""/>
        <dsp:cNvSpPr/>
      </dsp:nvSpPr>
      <dsp:spPr>
        <a:xfrm>
          <a:off x="2651879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R²: 0.55</a:t>
          </a:r>
        </a:p>
      </dsp:txBody>
      <dsp:txXfrm>
        <a:off x="2721046" y="1940186"/>
        <a:ext cx="1278554" cy="12785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93058-7234-4455-B3D0-A0F6660DDEF1}">
      <dsp:nvSpPr>
        <dsp:cNvPr id="0" name=""/>
        <dsp:cNvSpPr/>
      </dsp:nvSpPr>
      <dsp:spPr>
        <a:xfrm>
          <a:off x="2090862" y="287256"/>
          <a:ext cx="3955670" cy="3955670"/>
        </a:xfrm>
        <a:prstGeom prst="pie">
          <a:avLst>
            <a:gd name="adj1" fmla="val 16200000"/>
            <a:gd name="adj2" fmla="val 1928571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Age</a:t>
          </a:r>
        </a:p>
      </dsp:txBody>
      <dsp:txXfrm>
        <a:off x="4169002" y="654569"/>
        <a:ext cx="941826" cy="753460"/>
      </dsp:txXfrm>
    </dsp:sp>
    <dsp:sp modelId="{2B1DD75E-89BF-4DEB-AD46-4B82E4235A63}">
      <dsp:nvSpPr>
        <dsp:cNvPr id="0" name=""/>
        <dsp:cNvSpPr/>
      </dsp:nvSpPr>
      <dsp:spPr>
        <a:xfrm>
          <a:off x="2141721" y="350830"/>
          <a:ext cx="3955670" cy="3955670"/>
        </a:xfrm>
        <a:prstGeom prst="pie">
          <a:avLst>
            <a:gd name="adj1" fmla="val 19285716"/>
            <a:gd name="adj2" fmla="val 7714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Weight</a:t>
          </a:r>
        </a:p>
      </dsp:txBody>
      <dsp:txXfrm>
        <a:off x="4828280" y="1784760"/>
        <a:ext cx="1083100" cy="659278"/>
      </dsp:txXfrm>
    </dsp:sp>
    <dsp:sp modelId="{7035A021-FCAE-4242-BA13-2CA5B4A96D47}">
      <dsp:nvSpPr>
        <dsp:cNvPr id="0" name=""/>
        <dsp:cNvSpPr/>
      </dsp:nvSpPr>
      <dsp:spPr>
        <a:xfrm>
          <a:off x="2123355" y="430885"/>
          <a:ext cx="3955670" cy="3955670"/>
        </a:xfrm>
        <a:prstGeom prst="pie">
          <a:avLst>
            <a:gd name="adj1" fmla="val 771428"/>
            <a:gd name="adj2" fmla="val 38571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Height</a:t>
          </a:r>
        </a:p>
      </dsp:txBody>
      <dsp:txXfrm>
        <a:off x="4663460" y="2773678"/>
        <a:ext cx="941826" cy="729915"/>
      </dsp:txXfrm>
    </dsp:sp>
    <dsp:sp modelId="{F7D39966-C5FC-49E9-96C2-ED9E42416DDD}">
      <dsp:nvSpPr>
        <dsp:cNvPr id="0" name=""/>
        <dsp:cNvSpPr/>
      </dsp:nvSpPr>
      <dsp:spPr>
        <a:xfrm>
          <a:off x="2049893" y="466203"/>
          <a:ext cx="3955670" cy="3955670"/>
        </a:xfrm>
        <a:prstGeom prst="pie">
          <a:avLst>
            <a:gd name="adj1" fmla="val 3857226"/>
            <a:gd name="adj2" fmla="val 694285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Sodium &amp; Potassium intake</a:t>
          </a:r>
        </a:p>
      </dsp:txBody>
      <dsp:txXfrm>
        <a:off x="3568587" y="3574230"/>
        <a:ext cx="918280" cy="659278"/>
      </dsp:txXfrm>
    </dsp:sp>
    <dsp:sp modelId="{C4DEC9FB-537B-4321-AB42-A4EC58E66EE9}">
      <dsp:nvSpPr>
        <dsp:cNvPr id="0" name=""/>
        <dsp:cNvSpPr/>
      </dsp:nvSpPr>
      <dsp:spPr>
        <a:xfrm>
          <a:off x="1976430" y="430885"/>
          <a:ext cx="3955670" cy="3955670"/>
        </a:xfrm>
        <a:prstGeom prst="pie">
          <a:avLst>
            <a:gd name="adj1" fmla="val 6942858"/>
            <a:gd name="adj2" fmla="val 10028574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Pulse Rate</a:t>
          </a:r>
        </a:p>
      </dsp:txBody>
      <dsp:txXfrm>
        <a:off x="2450169" y="2773678"/>
        <a:ext cx="941826" cy="729915"/>
      </dsp:txXfrm>
    </dsp:sp>
    <dsp:sp modelId="{B99362F1-6013-4392-8212-512DD317A8F1}">
      <dsp:nvSpPr>
        <dsp:cNvPr id="0" name=""/>
        <dsp:cNvSpPr/>
      </dsp:nvSpPr>
      <dsp:spPr>
        <a:xfrm>
          <a:off x="1790502" y="350830"/>
          <a:ext cx="4290794" cy="3955670"/>
        </a:xfrm>
        <a:prstGeom prst="pie">
          <a:avLst>
            <a:gd name="adj1" fmla="val 10028574"/>
            <a:gd name="adj2" fmla="val 1311428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Smoking Status</a:t>
          </a:r>
        </a:p>
      </dsp:txBody>
      <dsp:txXfrm>
        <a:off x="1992272" y="1784760"/>
        <a:ext cx="1174860" cy="659278"/>
      </dsp:txXfrm>
    </dsp:sp>
    <dsp:sp modelId="{95BF5CE8-8C1C-4541-BB7D-3F1487318FAF}">
      <dsp:nvSpPr>
        <dsp:cNvPr id="0" name=""/>
        <dsp:cNvSpPr/>
      </dsp:nvSpPr>
      <dsp:spPr>
        <a:xfrm>
          <a:off x="2008923" y="287256"/>
          <a:ext cx="3955670" cy="3955670"/>
        </a:xfrm>
        <a:prstGeom prst="pie">
          <a:avLst>
            <a:gd name="adj1" fmla="val 13114284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Drinks per Day</a:t>
          </a:r>
        </a:p>
      </dsp:txBody>
      <dsp:txXfrm>
        <a:off x="2944627" y="654569"/>
        <a:ext cx="941826" cy="753460"/>
      </dsp:txXfrm>
    </dsp:sp>
    <dsp:sp modelId="{16F4BE21-259E-4C02-B882-EF22CA0A8819}">
      <dsp:nvSpPr>
        <dsp:cNvPr id="0" name=""/>
        <dsp:cNvSpPr/>
      </dsp:nvSpPr>
      <dsp:spPr>
        <a:xfrm>
          <a:off x="1845790" y="42382"/>
          <a:ext cx="4445419" cy="4445419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17EA4-04D4-4286-AB17-9035D221DAC0}">
      <dsp:nvSpPr>
        <dsp:cNvPr id="0" name=""/>
        <dsp:cNvSpPr/>
      </dsp:nvSpPr>
      <dsp:spPr>
        <a:xfrm>
          <a:off x="1896968" y="106236"/>
          <a:ext cx="4445419" cy="4445419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15F07-0389-4ABB-8340-88609F43635A}">
      <dsp:nvSpPr>
        <dsp:cNvPr id="0" name=""/>
        <dsp:cNvSpPr/>
      </dsp:nvSpPr>
      <dsp:spPr>
        <a:xfrm>
          <a:off x="1878538" y="186106"/>
          <a:ext cx="4445419" cy="4445419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B2FB3-3D36-4667-8A57-FA011DAE6268}">
      <dsp:nvSpPr>
        <dsp:cNvPr id="0" name=""/>
        <dsp:cNvSpPr/>
      </dsp:nvSpPr>
      <dsp:spPr>
        <a:xfrm>
          <a:off x="1805018" y="221225"/>
          <a:ext cx="4445419" cy="4445419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4C7C2-FF5A-4718-8839-B662C1E6FF6E}">
      <dsp:nvSpPr>
        <dsp:cNvPr id="0" name=""/>
        <dsp:cNvSpPr/>
      </dsp:nvSpPr>
      <dsp:spPr>
        <a:xfrm>
          <a:off x="1731498" y="186106"/>
          <a:ext cx="4445419" cy="4445419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CF09C-6A9C-4B84-915A-093A781429A1}">
      <dsp:nvSpPr>
        <dsp:cNvPr id="0" name=""/>
        <dsp:cNvSpPr/>
      </dsp:nvSpPr>
      <dsp:spPr>
        <a:xfrm>
          <a:off x="1711542" y="106236"/>
          <a:ext cx="4445419" cy="4445419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44E00-9EA7-4C0E-B5DB-55CDF4EEE130}">
      <dsp:nvSpPr>
        <dsp:cNvPr id="0" name=""/>
        <dsp:cNvSpPr/>
      </dsp:nvSpPr>
      <dsp:spPr>
        <a:xfrm>
          <a:off x="1764246" y="42382"/>
          <a:ext cx="4445419" cy="4445419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745C5-9B75-4A89-BAC3-D4354AF1ECD9}">
      <dsp:nvSpPr>
        <dsp:cNvPr id="0" name=""/>
        <dsp:cNvSpPr/>
      </dsp:nvSpPr>
      <dsp:spPr>
        <a:xfrm>
          <a:off x="0" y="1041487"/>
          <a:ext cx="2093119" cy="1329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0C1CD-565A-4F6F-A609-40842EF54744}">
      <dsp:nvSpPr>
        <dsp:cNvPr id="0" name=""/>
        <dsp:cNvSpPr/>
      </dsp:nvSpPr>
      <dsp:spPr>
        <a:xfrm>
          <a:off x="232568" y="1262428"/>
          <a:ext cx="2093119" cy="1329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Outputs:</a:t>
          </a:r>
        </a:p>
      </dsp:txBody>
      <dsp:txXfrm>
        <a:off x="271497" y="1301357"/>
        <a:ext cx="2015261" cy="1251272"/>
      </dsp:txXfrm>
    </dsp:sp>
    <dsp:sp modelId="{FEC997C8-0752-4A4C-9A57-DB85BF3081A2}">
      <dsp:nvSpPr>
        <dsp:cNvPr id="0" name=""/>
        <dsp:cNvSpPr/>
      </dsp:nvSpPr>
      <dsp:spPr>
        <a:xfrm>
          <a:off x="2558257" y="1041487"/>
          <a:ext cx="2093119" cy="1329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3B0AF-BBD2-432F-B50B-290DD8973DEF}">
      <dsp:nvSpPr>
        <dsp:cNvPr id="0" name=""/>
        <dsp:cNvSpPr/>
      </dsp:nvSpPr>
      <dsp:spPr>
        <a:xfrm>
          <a:off x="2790826" y="1262428"/>
          <a:ext cx="2093119" cy="1329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Predicted Systolic &amp; Diastolic BP</a:t>
          </a:r>
        </a:p>
      </dsp:txBody>
      <dsp:txXfrm>
        <a:off x="2829755" y="1301357"/>
        <a:ext cx="2015261" cy="1251272"/>
      </dsp:txXfrm>
    </dsp:sp>
    <dsp:sp modelId="{9F982D07-769C-42EE-8861-25883EBE9807}">
      <dsp:nvSpPr>
        <dsp:cNvPr id="0" name=""/>
        <dsp:cNvSpPr/>
      </dsp:nvSpPr>
      <dsp:spPr>
        <a:xfrm>
          <a:off x="5116514" y="1041487"/>
          <a:ext cx="2093119" cy="1329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93EAE-CFA5-49AA-B401-4C753FF18878}">
      <dsp:nvSpPr>
        <dsp:cNvPr id="0" name=""/>
        <dsp:cNvSpPr/>
      </dsp:nvSpPr>
      <dsp:spPr>
        <a:xfrm>
          <a:off x="5349083" y="1262428"/>
          <a:ext cx="2093119" cy="1329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Hypertension Risk Category</a:t>
          </a:r>
        </a:p>
      </dsp:txBody>
      <dsp:txXfrm>
        <a:off x="5388012" y="1301357"/>
        <a:ext cx="2015261" cy="12512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8DCF0-861C-48B1-8BA2-741D404D0436}">
      <dsp:nvSpPr>
        <dsp:cNvPr id="0" name=""/>
        <dsp:cNvSpPr/>
      </dsp:nvSpPr>
      <dsp:spPr>
        <a:xfrm>
          <a:off x="941097" y="703865"/>
          <a:ext cx="1450274" cy="14502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F52B5-F211-4373-96E6-225B8227B76D}">
      <dsp:nvSpPr>
        <dsp:cNvPr id="0" name=""/>
        <dsp:cNvSpPr/>
      </dsp:nvSpPr>
      <dsp:spPr>
        <a:xfrm>
          <a:off x="54818" y="253733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Early-stage hypertension risk screening</a:t>
          </a:r>
        </a:p>
      </dsp:txBody>
      <dsp:txXfrm>
        <a:off x="54818" y="2537339"/>
        <a:ext cx="3222832" cy="720000"/>
      </dsp:txXfrm>
    </dsp:sp>
    <dsp:sp modelId="{D14DAEAA-9902-474C-B183-D917F27E28AA}">
      <dsp:nvSpPr>
        <dsp:cNvPr id="0" name=""/>
        <dsp:cNvSpPr/>
      </dsp:nvSpPr>
      <dsp:spPr>
        <a:xfrm>
          <a:off x="4727925" y="703865"/>
          <a:ext cx="1450274" cy="14502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12DFA-AA43-44B6-B815-6436788D8C6B}">
      <dsp:nvSpPr>
        <dsp:cNvPr id="0" name=""/>
        <dsp:cNvSpPr/>
      </dsp:nvSpPr>
      <dsp:spPr>
        <a:xfrm>
          <a:off x="3841646" y="253733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Useful for clinicians &amp; wellness programs</a:t>
          </a:r>
        </a:p>
      </dsp:txBody>
      <dsp:txXfrm>
        <a:off x="3841646" y="2537339"/>
        <a:ext cx="3222832" cy="720000"/>
      </dsp:txXfrm>
    </dsp:sp>
    <dsp:sp modelId="{062B58A5-B0F8-49A0-904C-C10D10060C89}">
      <dsp:nvSpPr>
        <dsp:cNvPr id="0" name=""/>
        <dsp:cNvSpPr/>
      </dsp:nvSpPr>
      <dsp:spPr>
        <a:xfrm>
          <a:off x="8514752" y="703865"/>
          <a:ext cx="1450274" cy="14502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AB74D-816F-46D5-8CE9-FF0718474CA6}">
      <dsp:nvSpPr>
        <dsp:cNvPr id="0" name=""/>
        <dsp:cNvSpPr/>
      </dsp:nvSpPr>
      <dsp:spPr>
        <a:xfrm>
          <a:off x="7628474" y="253733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Lightweight web tool for public health outreach</a:t>
          </a:r>
        </a:p>
      </dsp:txBody>
      <dsp:txXfrm>
        <a:off x="7628474" y="2537339"/>
        <a:ext cx="322283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68A1F-2B66-4A6B-8061-8683A7C851F8}">
      <dsp:nvSpPr>
        <dsp:cNvPr id="0" name=""/>
        <dsp:cNvSpPr/>
      </dsp:nvSpPr>
      <dsp:spPr>
        <a:xfrm>
          <a:off x="0" y="0"/>
          <a:ext cx="3408164" cy="3961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714" tIns="330200" rIns="26571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•Personalized lifestyle recommendations</a:t>
          </a:r>
        </a:p>
      </dsp:txBody>
      <dsp:txXfrm>
        <a:off x="0" y="1505257"/>
        <a:ext cx="3408164" cy="2376723"/>
      </dsp:txXfrm>
    </dsp:sp>
    <dsp:sp modelId="{67CC7C70-742E-46D3-B694-2FF90D5C5569}">
      <dsp:nvSpPr>
        <dsp:cNvPr id="0" name=""/>
        <dsp:cNvSpPr/>
      </dsp:nvSpPr>
      <dsp:spPr>
        <a:xfrm>
          <a:off x="1109901" y="396120"/>
          <a:ext cx="1188361" cy="11883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649" tIns="12700" rIns="92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83932" y="570151"/>
        <a:ext cx="840299" cy="840299"/>
      </dsp:txXfrm>
    </dsp:sp>
    <dsp:sp modelId="{8B2EA037-1ED3-4EA3-8A5F-BE6C0A7FC50B}">
      <dsp:nvSpPr>
        <dsp:cNvPr id="0" name=""/>
        <dsp:cNvSpPr/>
      </dsp:nvSpPr>
      <dsp:spPr>
        <a:xfrm>
          <a:off x="0" y="3961133"/>
          <a:ext cx="340816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208BD-60B7-484A-BB6C-362853B1470F}">
      <dsp:nvSpPr>
        <dsp:cNvPr id="0" name=""/>
        <dsp:cNvSpPr/>
      </dsp:nvSpPr>
      <dsp:spPr>
        <a:xfrm>
          <a:off x="3748980" y="0"/>
          <a:ext cx="3408164" cy="3961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714" tIns="330200" rIns="26571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•Long‑term risk forecasting</a:t>
          </a:r>
        </a:p>
      </dsp:txBody>
      <dsp:txXfrm>
        <a:off x="3748980" y="1505257"/>
        <a:ext cx="3408164" cy="2376723"/>
      </dsp:txXfrm>
    </dsp:sp>
    <dsp:sp modelId="{FFC01EF9-E404-4171-BD63-887DCCC07A22}">
      <dsp:nvSpPr>
        <dsp:cNvPr id="0" name=""/>
        <dsp:cNvSpPr/>
      </dsp:nvSpPr>
      <dsp:spPr>
        <a:xfrm>
          <a:off x="4858881" y="396120"/>
          <a:ext cx="1188361" cy="11883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649" tIns="12700" rIns="92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32912" y="570151"/>
        <a:ext cx="840299" cy="840299"/>
      </dsp:txXfrm>
    </dsp:sp>
    <dsp:sp modelId="{E51416F0-210B-4860-A3C1-1D6EA1F74D2D}">
      <dsp:nvSpPr>
        <dsp:cNvPr id="0" name=""/>
        <dsp:cNvSpPr/>
      </dsp:nvSpPr>
      <dsp:spPr>
        <a:xfrm>
          <a:off x="3748980" y="3961133"/>
          <a:ext cx="340816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687EE-E91F-4065-A1DA-D887A905DFF6}">
      <dsp:nvSpPr>
        <dsp:cNvPr id="0" name=""/>
        <dsp:cNvSpPr/>
      </dsp:nvSpPr>
      <dsp:spPr>
        <a:xfrm>
          <a:off x="7497960" y="0"/>
          <a:ext cx="3408164" cy="3961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714" tIns="330200" rIns="26571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•Integration with wearable devices</a:t>
          </a:r>
        </a:p>
      </dsp:txBody>
      <dsp:txXfrm>
        <a:off x="7497960" y="1505257"/>
        <a:ext cx="3408164" cy="2376723"/>
      </dsp:txXfrm>
    </dsp:sp>
    <dsp:sp modelId="{AB3BC01B-A4A7-4B75-B8BE-D3844383BA2A}">
      <dsp:nvSpPr>
        <dsp:cNvPr id="0" name=""/>
        <dsp:cNvSpPr/>
      </dsp:nvSpPr>
      <dsp:spPr>
        <a:xfrm>
          <a:off x="8607862" y="396120"/>
          <a:ext cx="1188361" cy="11883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649" tIns="12700" rIns="92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81893" y="570151"/>
        <a:ext cx="840299" cy="840299"/>
      </dsp:txXfrm>
    </dsp:sp>
    <dsp:sp modelId="{B1C66B49-EDEA-4732-ABE3-7A7F7D7E35D3}">
      <dsp:nvSpPr>
        <dsp:cNvPr id="0" name=""/>
        <dsp:cNvSpPr/>
      </dsp:nvSpPr>
      <dsp:spPr>
        <a:xfrm>
          <a:off x="7497960" y="3961133"/>
          <a:ext cx="340816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83386-7E6F-4E56-901D-48F5717E4FD5}">
      <dsp:nvSpPr>
        <dsp:cNvPr id="0" name=""/>
        <dsp:cNvSpPr/>
      </dsp:nvSpPr>
      <dsp:spPr>
        <a:xfrm>
          <a:off x="707812" y="3381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03F63-3B92-4D18-8900-D2BA7ECE6B87}">
      <dsp:nvSpPr>
        <dsp:cNvPr id="0" name=""/>
        <dsp:cNvSpPr/>
      </dsp:nvSpPr>
      <dsp:spPr>
        <a:xfrm>
          <a:off x="1124625" y="7549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61381-D913-4AA1-A027-B68FE0679A60}">
      <dsp:nvSpPr>
        <dsp:cNvPr id="0" name=""/>
        <dsp:cNvSpPr/>
      </dsp:nvSpPr>
      <dsp:spPr>
        <a:xfrm>
          <a:off x="82593" y="29031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- Real clinical dataset testing</a:t>
          </a:r>
        </a:p>
      </dsp:txBody>
      <dsp:txXfrm>
        <a:off x="82593" y="2903102"/>
        <a:ext cx="3206250" cy="720000"/>
      </dsp:txXfrm>
    </dsp:sp>
    <dsp:sp modelId="{DB8373CF-C6C4-40AB-BDC1-D638D4307255}">
      <dsp:nvSpPr>
        <dsp:cNvPr id="0" name=""/>
        <dsp:cNvSpPr/>
      </dsp:nvSpPr>
      <dsp:spPr>
        <a:xfrm>
          <a:off x="4475156" y="3381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C440-E55A-4219-A807-D8E717488EA9}">
      <dsp:nvSpPr>
        <dsp:cNvPr id="0" name=""/>
        <dsp:cNvSpPr/>
      </dsp:nvSpPr>
      <dsp:spPr>
        <a:xfrm>
          <a:off x="4891968" y="7549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25831-D8B0-429B-B48C-A81CDF4BFBBD}">
      <dsp:nvSpPr>
        <dsp:cNvPr id="0" name=""/>
        <dsp:cNvSpPr/>
      </dsp:nvSpPr>
      <dsp:spPr>
        <a:xfrm>
          <a:off x="3849937" y="29031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- Deep learning models</a:t>
          </a:r>
        </a:p>
      </dsp:txBody>
      <dsp:txXfrm>
        <a:off x="3849937" y="2903102"/>
        <a:ext cx="3206250" cy="720000"/>
      </dsp:txXfrm>
    </dsp:sp>
    <dsp:sp modelId="{9595359E-8417-4677-A5B8-66C55241621A}">
      <dsp:nvSpPr>
        <dsp:cNvPr id="0" name=""/>
        <dsp:cNvSpPr/>
      </dsp:nvSpPr>
      <dsp:spPr>
        <a:xfrm>
          <a:off x="8242500" y="3381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237AF-6E66-43C3-B58F-F4B06E02476E}">
      <dsp:nvSpPr>
        <dsp:cNvPr id="0" name=""/>
        <dsp:cNvSpPr/>
      </dsp:nvSpPr>
      <dsp:spPr>
        <a:xfrm>
          <a:off x="8659312" y="7549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ED2EB-1BA8-496D-B030-77BE493E31D0}">
      <dsp:nvSpPr>
        <dsp:cNvPr id="0" name=""/>
        <dsp:cNvSpPr/>
      </dsp:nvSpPr>
      <dsp:spPr>
        <a:xfrm>
          <a:off x="7617281" y="29031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- SHAP-based explainability</a:t>
          </a:r>
        </a:p>
      </dsp:txBody>
      <dsp:txXfrm>
        <a:off x="7617281" y="29031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07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826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2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7" r:id="rId17"/>
    <p:sldLayoutId id="2147483820" r:id="rId18"/>
    <p:sldLayoutId id="2147483822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4C13BAB-7C00-4D21-A857-E3D41C0A2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457200"/>
            <a:ext cx="3703320" cy="9499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C818ED-8AE7-4F62-A257-F74600663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659" y="455955"/>
            <a:ext cx="3703320" cy="94997"/>
          </a:xfrm>
          <a:prstGeom prst="rect">
            <a:avLst/>
          </a:prstGeom>
          <a:solidFill>
            <a:srgbClr val="3ECAD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1FF39A-AC3C-4066-9D4C-519AA2281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601201"/>
            <a:ext cx="3702134" cy="5791132"/>
          </a:xfrm>
          <a:prstGeom prst="rect">
            <a:avLst/>
          </a:prstGeom>
          <a:solidFill>
            <a:schemeClr val="tx1">
              <a:alpha val="50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B4AB29-9860-462E-B579-181B5532A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601201"/>
            <a:ext cx="3702134" cy="5791132"/>
          </a:xfrm>
          <a:prstGeom prst="rect">
            <a:avLst/>
          </a:prstGeom>
          <a:solidFill>
            <a:srgbClr val="3ECADD">
              <a:alpha val="40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i="1" dirty="0">
                <a:solidFill>
                  <a:srgbClr val="FFFFFF"/>
                </a:solidFill>
              </a:rPr>
              <a:t>Lifestyle-Based Blood Pressure Prediction</a:t>
            </a:r>
            <a:br>
              <a:rPr lang="en-US" sz="3600" i="1" dirty="0">
                <a:solidFill>
                  <a:srgbClr val="FFFFFF"/>
                </a:solidFill>
              </a:rPr>
            </a:br>
            <a:br>
              <a:rPr lang="en-US" sz="3600" i="1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  <a:latin typeface="Algerian" panose="04020705040A02060702" pitchFamily="82" charset="0"/>
              </a:rPr>
              <a:t>Mera Mathew</a:t>
            </a:r>
            <a:endParaRPr lang="en-US" sz="3600" dirty="0">
              <a:solidFill>
                <a:srgbClr val="FFFFFF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845" b="-3"/>
          <a:stretch>
            <a:fillRect/>
          </a:stretch>
        </p:blipFill>
        <p:spPr>
          <a:xfrm>
            <a:off x="720636" y="1416605"/>
            <a:ext cx="5476375" cy="4225255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7928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Objectives	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71A330-E73C-84CC-923C-F14B95F801AA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873606" y="2340864"/>
            <a:ext cx="4597758" cy="37932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fontAlgn="base"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Develop a machine-learning model to predict Systolic (SBP) and Diastolic (DBP) blood pressure.</a:t>
            </a:r>
          </a:p>
          <a:p>
            <a:pPr marL="0" marR="0" lvl="0" indent="0" fontAlgn="base">
              <a:buFont typeface="Wingdings 2" panose="05020102010507070707" pitchFamily="18" charset="2"/>
              <a:buChar char="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Use lifestyle, demographic, and dietary factors as</a:t>
            </a:r>
            <a:r>
              <a:rPr lang="en-US" altLang="en-US" sz="2000" dirty="0">
                <a:solidFill>
                  <a:srgbClr val="FFFFFF"/>
                </a:solidFill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input predictors.</a:t>
            </a:r>
          </a:p>
          <a:p>
            <a:pPr marL="0" marR="0" lvl="0" indent="0" fontAlgn="base">
              <a:buFont typeface="Wingdings 2" panose="05020102010507070707" pitchFamily="18" charset="2"/>
              <a:buChar char=""/>
              <a:tabLst/>
            </a:pPr>
            <a:endParaRPr lang="en-US" altLang="en-US" sz="2000" dirty="0">
              <a:solidFill>
                <a:srgbClr val="FFFFFF"/>
              </a:solidFill>
            </a:endParaRPr>
          </a:p>
          <a:p>
            <a:pPr lvl="0" fontAlgn="base"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rgbClr val="FFFFFF"/>
                </a:solidFill>
              </a:rPr>
              <a:t>Train and evaluate multiple algorithms.</a:t>
            </a:r>
          </a:p>
          <a:p>
            <a:pPr lvl="0" fontAlgn="base">
              <a:buFont typeface="Wingdings 2" panose="05020102010507070707" pitchFamily="18" charset="2"/>
              <a:buChar char="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lvl="0" fontAlgn="base"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rgbClr val="FFFFFF"/>
                </a:solidFill>
              </a:rPr>
              <a:t>Provide a non-diagnostic early screening tool.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1125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48728E-2EDF-4F60-A97C-C0F08E06D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CBB40F-4E03-45AE-9020-C27B0AE7F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F7CCD1-513F-4B7A-9497-7AA9144DB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b="0" kern="12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Data Source and collection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TextBox 3">
            <a:extLst>
              <a:ext uri="{FF2B5EF4-FFF2-40B4-BE49-F238E27FC236}">
                <a16:creationId xmlns:a16="http://schemas.microsoft.com/office/drawing/2014/main" id="{BF962A08-C4CE-34FF-7249-4E1DAB2973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9462708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93F0D9-E196-57C3-A004-48F87A8D3F38}"/>
              </a:ext>
            </a:extLst>
          </p:cNvPr>
          <p:cNvSpPr txBox="1"/>
          <p:nvPr/>
        </p:nvSpPr>
        <p:spPr>
          <a:xfrm>
            <a:off x="6716486" y="4245429"/>
            <a:ext cx="4582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Combined several NHANES component datasets by joining on the unique participant ID </a:t>
            </a:r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43B05A4-157F-403C-939A-ED1B6A0A0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2797628"/>
            <a:ext cx="5120255" cy="26131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0" kern="12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Data description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CCE107-A70B-4916-9A0B-751C70B9B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925BC7-7CC5-4A0C-9B3D-8829EBF28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4244340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1743" y="1507415"/>
            <a:ext cx="4819091" cy="3903331"/>
          </a:xfrm>
          <a:ln w="57150"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12 input features: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   - Pulse Rate, Age, Gender, Race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   - Weight, Height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   - Sodium, Potassium, Calories Intake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   - Smoking History &amp; Drinks/Day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endParaRPr lang="en-US" sz="2000" dirty="0"/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Target variables: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   - Systolic Blood Pressure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2000" dirty="0"/>
              <a:t>   - Diastolic Blood Pressure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endParaRPr lang="en-US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67D916-28C7-4965-BA3C-287FB857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Pipeline</a:t>
            </a:r>
            <a:endParaRPr lang="en-US" dirty="0"/>
          </a:p>
        </p:txBody>
      </p:sp>
      <p:pic>
        <p:nvPicPr>
          <p:cNvPr id="16" name="Picture Placeholder 15" descr="A group of surgeons wearing surgical caps and masks">
            <a:extLst>
              <a:ext uri="{FF2B5EF4-FFF2-40B4-BE49-F238E27FC236}">
                <a16:creationId xmlns:a16="http://schemas.microsoft.com/office/drawing/2014/main" id="{6EFD6230-A50E-3A63-7B72-59A8449CAEE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35757" b="35757"/>
          <a:stretch/>
        </p:blipFill>
        <p:spPr>
          <a:xfrm>
            <a:off x="457200" y="670560"/>
            <a:ext cx="11267440" cy="1430383"/>
          </a:xfrm>
        </p:spPr>
      </p:pic>
      <p:graphicFrame>
        <p:nvGraphicFramePr>
          <p:cNvPr id="18" name="Content Placeholder 9">
            <a:extLst>
              <a:ext uri="{FF2B5EF4-FFF2-40B4-BE49-F238E27FC236}">
                <a16:creationId xmlns:a16="http://schemas.microsoft.com/office/drawing/2014/main" id="{4DE8E301-9755-3D3B-23C3-A62EB60EC3C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90137769"/>
              </p:ext>
            </p:extLst>
          </p:nvPr>
        </p:nvGraphicFramePr>
        <p:xfrm>
          <a:off x="4305827" y="2878091"/>
          <a:ext cx="7418813" cy="3440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FD0A2-2D36-F755-E097-A50E68D76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C9A140-A30A-2983-05ED-E3E532AA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Key Observations from EDA</a:t>
            </a:r>
          </a:p>
        </p:txBody>
      </p:sp>
      <p:pic>
        <p:nvPicPr>
          <p:cNvPr id="8" name="Picture 7" descr="A graph with a line going down&#10;&#10;AI-generated content may be incorrect.">
            <a:extLst>
              <a:ext uri="{FF2B5EF4-FFF2-40B4-BE49-F238E27FC236}">
                <a16:creationId xmlns:a16="http://schemas.microsoft.com/office/drawing/2014/main" id="{5D5CEF5F-4F6F-FB92-AAEB-D0B99192C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0" y="1524001"/>
            <a:ext cx="7118079" cy="432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7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C7043A-4FB5-8CEE-2EEC-EB6F96E4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Key Observations from EDA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8399A-E022-500C-B8C8-F4ED1F66B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052" y="1827403"/>
            <a:ext cx="7126545" cy="406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686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4F1AB1-2EFA-9B13-303C-B379B723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Key Observations from EDA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E6C9B-888C-7F4D-7981-A5C3BBDC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053" y="1675194"/>
            <a:ext cx="6764864" cy="387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43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1722-5D80-8FEF-1550-40A7450A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Model: Random Forest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D5182F-C913-C538-9B38-90BA2447218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67168464"/>
              </p:ext>
            </p:extLst>
          </p:nvPr>
        </p:nvGraphicFramePr>
        <p:xfrm>
          <a:off x="581193" y="2228003"/>
          <a:ext cx="5194767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iamond 4">
            <a:extLst>
              <a:ext uri="{FF2B5EF4-FFF2-40B4-BE49-F238E27FC236}">
                <a16:creationId xmlns:a16="http://schemas.microsoft.com/office/drawing/2014/main" id="{78A5026A-CE00-BB5F-9552-A89CD69E87EF}"/>
              </a:ext>
            </a:extLst>
          </p:cNvPr>
          <p:cNvSpPr/>
          <p:nvPr/>
        </p:nvSpPr>
        <p:spPr>
          <a:xfrm>
            <a:off x="6855534" y="2228003"/>
            <a:ext cx="3633047" cy="3633047"/>
          </a:xfrm>
          <a:prstGeom prst="diamond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US"/>
              <a:t>• Systolic BP: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F8608F-22E7-E587-4AF7-B4151A481104}"/>
              </a:ext>
            </a:extLst>
          </p:cNvPr>
          <p:cNvGrpSpPr/>
          <p:nvPr/>
        </p:nvGrpSpPr>
        <p:grpSpPr>
          <a:xfrm>
            <a:off x="7324337" y="2627637"/>
            <a:ext cx="1416888" cy="1416888"/>
            <a:chOff x="1125999" y="345139"/>
            <a:chExt cx="1416888" cy="141688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BF26581-657B-0F6D-D24E-72EB6A1CA3DF}"/>
                </a:ext>
              </a:extLst>
            </p:cNvPr>
            <p:cNvSpPr/>
            <p:nvPr/>
          </p:nvSpPr>
          <p:spPr>
            <a:xfrm>
              <a:off x="1125999" y="345139"/>
              <a:ext cx="1416888" cy="1416888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A456407F-60FB-4589-3E14-57A2FBB682C5}"/>
                </a:ext>
              </a:extLst>
            </p:cNvPr>
            <p:cNvSpPr txBox="1"/>
            <p:nvPr/>
          </p:nvSpPr>
          <p:spPr>
            <a:xfrm>
              <a:off x="1195166" y="414306"/>
              <a:ext cx="1278554" cy="127855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Diastolic BP</a:t>
              </a:r>
              <a:endParaRPr lang="en-US" sz="24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DC705-FE64-E133-C1A3-ABCF501C3C03}"/>
              </a:ext>
            </a:extLst>
          </p:cNvPr>
          <p:cNvGrpSpPr/>
          <p:nvPr/>
        </p:nvGrpSpPr>
        <p:grpSpPr>
          <a:xfrm>
            <a:off x="8810392" y="2627637"/>
            <a:ext cx="1416888" cy="1416888"/>
            <a:chOff x="1125999" y="345139"/>
            <a:chExt cx="1416888" cy="141688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F4B45DC-3DAC-FB83-D89B-47BE79120605}"/>
                </a:ext>
              </a:extLst>
            </p:cNvPr>
            <p:cNvSpPr/>
            <p:nvPr/>
          </p:nvSpPr>
          <p:spPr>
            <a:xfrm>
              <a:off x="1125999" y="345139"/>
              <a:ext cx="1416888" cy="141688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082EEEB3-E2BF-9E80-E2E0-6D5F704354BA}"/>
                </a:ext>
              </a:extLst>
            </p:cNvPr>
            <p:cNvSpPr txBox="1"/>
            <p:nvPr/>
          </p:nvSpPr>
          <p:spPr>
            <a:xfrm>
              <a:off x="1195166" y="912068"/>
              <a:ext cx="1278554" cy="7807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kern="1200" dirty="0"/>
                <a:t>-</a:t>
              </a:r>
              <a:r>
                <a:rPr lang="en-US" sz="2800" dirty="0"/>
                <a:t>MAE: 5.69 mmHg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0498A-5B46-BF11-93CB-1E276D62484A}"/>
              </a:ext>
            </a:extLst>
          </p:cNvPr>
          <p:cNvGrpSpPr/>
          <p:nvPr/>
        </p:nvGrpSpPr>
        <p:grpSpPr>
          <a:xfrm>
            <a:off x="7393504" y="4113692"/>
            <a:ext cx="1416888" cy="1416888"/>
            <a:chOff x="1125999" y="345139"/>
            <a:chExt cx="1416888" cy="141688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0E60D0F-7966-CB14-CD72-F4BE480F001A}"/>
                </a:ext>
              </a:extLst>
            </p:cNvPr>
            <p:cNvSpPr/>
            <p:nvPr/>
          </p:nvSpPr>
          <p:spPr>
            <a:xfrm>
              <a:off x="1125999" y="345139"/>
              <a:ext cx="1416888" cy="141688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67E33874-F3C4-FAA6-CF7A-5D1E91DF8286}"/>
                </a:ext>
              </a:extLst>
            </p:cNvPr>
            <p:cNvSpPr txBox="1"/>
            <p:nvPr/>
          </p:nvSpPr>
          <p:spPr>
            <a:xfrm>
              <a:off x="1233980" y="429659"/>
              <a:ext cx="1278554" cy="9542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/>
                <a:t>- RMSE: 7.53 mmHg</a:t>
              </a:r>
              <a:endParaRPr lang="en-US" sz="2600" kern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16354D6-3772-EDF7-483A-1DD9D99B20A9}"/>
              </a:ext>
            </a:extLst>
          </p:cNvPr>
          <p:cNvGrpSpPr/>
          <p:nvPr/>
        </p:nvGrpSpPr>
        <p:grpSpPr>
          <a:xfrm>
            <a:off x="8879559" y="4113692"/>
            <a:ext cx="1416888" cy="1416888"/>
            <a:chOff x="1125999" y="345139"/>
            <a:chExt cx="1416888" cy="141688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F3D68D5-2BAF-71AD-B800-8FDF36E5B194}"/>
                </a:ext>
              </a:extLst>
            </p:cNvPr>
            <p:cNvSpPr/>
            <p:nvPr/>
          </p:nvSpPr>
          <p:spPr>
            <a:xfrm>
              <a:off x="1125999" y="345139"/>
              <a:ext cx="1416888" cy="141688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7451EB7E-9E89-3F64-1403-B61DC8C0394E}"/>
                </a:ext>
              </a:extLst>
            </p:cNvPr>
            <p:cNvSpPr txBox="1"/>
            <p:nvPr/>
          </p:nvSpPr>
          <p:spPr>
            <a:xfrm>
              <a:off x="1195166" y="414306"/>
              <a:ext cx="1278554" cy="12785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/>
                <a:t>- R²: 0.57</a:t>
              </a:r>
              <a:endParaRPr lang="en-US" sz="2600" kern="120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949612-62B6-59E8-0091-88892E5CCC14}"/>
              </a:ext>
            </a:extLst>
          </p:cNvPr>
          <p:cNvSpPr txBox="1"/>
          <p:nvPr/>
        </p:nvSpPr>
        <p:spPr>
          <a:xfrm>
            <a:off x="402771" y="6104813"/>
            <a:ext cx="11208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Comparable to medical research standards - </a:t>
            </a:r>
            <a:r>
              <a:rPr lang="en-US" b="1" dirty="0"/>
              <a:t>R² between 0.30 and 0.60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Errors (MAE 8–12 mmHg) fall within clinically acceptable screening levels.</a:t>
            </a:r>
          </a:p>
        </p:txBody>
      </p:sp>
    </p:spTree>
    <p:extLst>
      <p:ext uri="{BB962C8B-B14F-4D97-AF65-F5344CB8AC3E}">
        <p14:creationId xmlns:p14="http://schemas.microsoft.com/office/powerpoint/2010/main" val="231604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B448728E-2EDF-4F60-A97C-C0F08E06D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CBB40F-4E03-45AE-9020-C27B0AE7F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F7CCD1-513F-4B7A-9497-7AA9144DB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514" y="1005840"/>
            <a:ext cx="3054091" cy="47091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Top Contributing Features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6" name="Content Placeholder 33">
            <a:extLst>
              <a:ext uri="{FF2B5EF4-FFF2-40B4-BE49-F238E27FC236}">
                <a16:creationId xmlns:a16="http://schemas.microsoft.com/office/drawing/2014/main" id="{A158B1B4-50E0-D2B1-8B31-BBD4E2158789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3858691963"/>
              </p:ext>
            </p:extLst>
          </p:nvPr>
        </p:nvGraphicFramePr>
        <p:xfrm>
          <a:off x="3722914" y="1207783"/>
          <a:ext cx="7887894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A544F6-BF8C-2C87-3906-146BEDB4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774577"/>
          </a:xfrm>
        </p:spPr>
        <p:txBody>
          <a:bodyPr/>
          <a:lstStyle/>
          <a:p>
            <a:pPr algn="ctr"/>
            <a:r>
              <a:rPr lang="en-US" dirty="0" err="1"/>
              <a:t>Streamlit</a:t>
            </a:r>
            <a:r>
              <a:rPr lang="en-US" dirty="0"/>
              <a:t>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199" y="2187362"/>
            <a:ext cx="4093029" cy="435495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 Built interactive BP prediction UI</a:t>
            </a:r>
          </a:p>
          <a:p>
            <a:pPr marL="0" indent="0">
              <a:buNone/>
            </a:pPr>
            <a:r>
              <a:rPr lang="en-US" sz="2000" dirty="0"/>
              <a:t>• Inputs required:</a:t>
            </a:r>
          </a:p>
          <a:p>
            <a:pPr marL="0" indent="0">
              <a:buNone/>
            </a:pPr>
            <a:r>
              <a:rPr lang="en-US" sz="2000" dirty="0"/>
              <a:t>   - Age, Pulse Rate, Weight, Height</a:t>
            </a:r>
          </a:p>
          <a:p>
            <a:pPr marL="0" indent="0">
              <a:buNone/>
            </a:pPr>
            <a:r>
              <a:rPr lang="en-US" sz="2000" dirty="0"/>
              <a:t>   - Sodium, Potassium, Calories</a:t>
            </a:r>
          </a:p>
          <a:p>
            <a:pPr marL="0" indent="0">
              <a:buNone/>
            </a:pPr>
            <a:r>
              <a:rPr lang="en-US" sz="2000" dirty="0"/>
              <a:t>   - Smoking history, Drinks per day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AE4638D9-9119-CE0C-FE2F-1153BAE9B8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4077708"/>
              </p:ext>
            </p:extLst>
          </p:nvPr>
        </p:nvGraphicFramePr>
        <p:xfrm>
          <a:off x="4550228" y="2187362"/>
          <a:ext cx="7442203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448728E-2EDF-4F60-A97C-C0F08E06D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CBB40F-4E03-45AE-9020-C27B0AE7F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F7CCD1-513F-4B7A-9497-7AA9144DB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69B35BB5-1630-45F0-B55C-B6847DF21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3EF5146-0A37-42B3-AF51-CBFCE4002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0457B-6612-F3EB-0F65-77029D15861B}"/>
              </a:ext>
            </a:extLst>
          </p:cNvPr>
          <p:cNvSpPr txBox="1"/>
          <p:nvPr/>
        </p:nvSpPr>
        <p:spPr>
          <a:xfrm>
            <a:off x="581192" y="5264486"/>
            <a:ext cx="10883444" cy="958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cap="all">
                <a:solidFill>
                  <a:srgbClr val="FFFEFF"/>
                </a:solidFill>
                <a:latin typeface="+mj-lt"/>
                <a:ea typeface="+mj-ea"/>
                <a:cs typeface="+mj-cs"/>
              </a:rPr>
              <a:t>Impact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05C6BB3-F359-4E0C-B8DA-4CEA9EE8C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512FDBA-7374-4A50-B15C-1C421A40B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9D451D-9C66-42CF-BC10-324A4F64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5DF5002F-F0AB-7948-C06B-7B599CA47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2302755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1387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4FA02-BA8C-8090-DA35-271819CE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448728E-2EDF-4F60-A97C-C0F08E06D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CBB40F-4E03-45AE-9020-C27B0AE7F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F7CCD1-513F-4B7A-9497-7AA9144DB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9B35BB5-1630-45F0-B55C-B6847DF21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EF5146-0A37-42B3-AF51-CBFCE4002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E37FF-8133-56CA-8731-8216B7D23F89}"/>
              </a:ext>
            </a:extLst>
          </p:cNvPr>
          <p:cNvSpPr txBox="1"/>
          <p:nvPr/>
        </p:nvSpPr>
        <p:spPr>
          <a:xfrm>
            <a:off x="581192" y="5264486"/>
            <a:ext cx="10883444" cy="958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cap="all">
                <a:solidFill>
                  <a:srgbClr val="FFFEFF"/>
                </a:solidFill>
                <a:latin typeface="+mj-lt"/>
                <a:ea typeface="+mj-ea"/>
                <a:cs typeface="+mj-cs"/>
              </a:rPr>
              <a:t>Use Cases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5C6BB3-F359-4E0C-B8DA-4CEA9EE8C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12FDBA-7374-4A50-B15C-1C421A40B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9D451D-9C66-42CF-BC10-324A4F64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729D51C8-95BE-0D6F-B706-98C7F6D60F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173815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701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48728E-2EDF-4F60-A97C-C0F08E06D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CBB40F-4E03-45AE-9020-C27B0AE7F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F7CCD1-513F-4B7A-9497-7AA9144DB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9B35BB5-1630-45F0-B55C-B6847DF21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EF5146-0A37-42B3-AF51-CBFCE4002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332C6-AEE4-A451-A3C8-7C2C8E2A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6"/>
            <a:ext cx="10883444" cy="958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 cap="all" dirty="0">
                <a:solidFill>
                  <a:srgbClr val="FFFEFF"/>
                </a:solidFill>
                <a:latin typeface="+mj-lt"/>
                <a:ea typeface="+mj-ea"/>
                <a:cs typeface="+mj-cs"/>
              </a:rPr>
              <a:t>Future scope:</a:t>
            </a:r>
            <a:br>
              <a:rPr lang="en-US" b="0" kern="1200" cap="all" dirty="0">
                <a:solidFill>
                  <a:srgbClr val="FFFEFF"/>
                </a:solidFill>
                <a:latin typeface="+mj-lt"/>
                <a:ea typeface="+mj-ea"/>
                <a:cs typeface="+mj-cs"/>
              </a:rPr>
            </a:br>
            <a:endParaRPr lang="en-US" b="0" kern="1200" cap="all" dirty="0">
              <a:solidFill>
                <a:srgbClr val="FFFE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5C6BB3-F359-4E0C-B8DA-4CEA9EE8C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12FDBA-7374-4A50-B15C-1C421A40B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9D451D-9C66-42CF-BC10-324A4F64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F4F034C-268B-F687-CC0C-8EFB13DB644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11182068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47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Mera Mathew</a:t>
            </a:r>
          </a:p>
          <a:p>
            <a:r>
              <a:rPr lang="en-US" dirty="0"/>
              <a:t>meram1@ymbc.edu</a:t>
            </a:r>
          </a:p>
        </p:txBody>
      </p:sp>
      <p:pic>
        <p:nvPicPr>
          <p:cNvPr id="23" name="Picture Placeholder 22" descr="A group of people giving each other a high five">
            <a:extLst>
              <a:ext uri="{FF2B5EF4-FFF2-40B4-BE49-F238E27FC236}">
                <a16:creationId xmlns:a16="http://schemas.microsoft.com/office/drawing/2014/main" id="{D92A2E6E-E7AB-92FB-0E6F-133483021C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6095" r="6095"/>
          <a:stretch/>
        </p:blipFill>
        <p:spPr/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48367CEDFC3E4385D6EB691FBAAC55" ma:contentTypeVersion="6" ma:contentTypeDescription="Create a new document." ma:contentTypeScope="" ma:versionID="860e53a040611c36bf761d25a49948e5">
  <xsd:schema xmlns:xsd="http://www.w3.org/2001/XMLSchema" xmlns:xs="http://www.w3.org/2001/XMLSchema" xmlns:p="http://schemas.microsoft.com/office/2006/metadata/properties" xmlns:ns3="99733840-4095-4f6c-a62b-c6c8a48cbc06" targetNamespace="http://schemas.microsoft.com/office/2006/metadata/properties" ma:root="true" ma:fieldsID="15b6b0851fd603330dc2cdbd95e59611" ns3:_="">
    <xsd:import namespace="99733840-4095-4f6c-a62b-c6c8a48cbc0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33840-4095-4f6c-a62b-c6c8a48cbc0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733840-4095-4f6c-a62b-c6c8a48cbc0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0346CF-ACA7-4069-860D-0E86A3B280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733840-4095-4f6c-a62b-c6c8a48cb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00B2AC-C335-4100-B8B3-2D9F49A72906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99733840-4095-4f6c-a62b-c6c8a48cbc06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 design</Template>
  <TotalTime>287</TotalTime>
  <Words>422</Words>
  <Application>Microsoft Office PowerPoint</Application>
  <PresentationFormat>Widescreen</PresentationFormat>
  <Paragraphs>95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Calibri</vt:lpstr>
      <vt:lpstr>Gill Sans MT</vt:lpstr>
      <vt:lpstr>Wingdings 2</vt:lpstr>
      <vt:lpstr>DividendVTI</vt:lpstr>
      <vt:lpstr>Lifestyle-Based Blood Pressure Prediction  Mera Mathew</vt:lpstr>
      <vt:lpstr>Project Objectives </vt:lpstr>
      <vt:lpstr>Data Source and collection</vt:lpstr>
      <vt:lpstr>Data description</vt:lpstr>
      <vt:lpstr>Modeling Pipeline</vt:lpstr>
      <vt:lpstr>Key Observations from EDA</vt:lpstr>
      <vt:lpstr>Key Observations from EDA</vt:lpstr>
      <vt:lpstr>Key Observations from EDA</vt:lpstr>
      <vt:lpstr>Best Model: Random Forest</vt:lpstr>
      <vt:lpstr>Top Contributing Features</vt:lpstr>
      <vt:lpstr>Streamlit Application</vt:lpstr>
      <vt:lpstr>PowerPoint Presentation</vt:lpstr>
      <vt:lpstr>PowerPoint Presentation</vt:lpstr>
      <vt:lpstr>Future scope: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Mera Mathew</dc:creator>
  <cp:lastModifiedBy>Mera Mathew</cp:lastModifiedBy>
  <cp:revision>2</cp:revision>
  <dcterms:created xsi:type="dcterms:W3CDTF">2025-11-13T13:24:51Z</dcterms:created>
  <dcterms:modified xsi:type="dcterms:W3CDTF">2025-12-14T21:38:42Z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0x010100E048367CEDFC3E4385D6EB691FBAAC55</vt:lpwstr>
  </property>
</Properties>
</file>